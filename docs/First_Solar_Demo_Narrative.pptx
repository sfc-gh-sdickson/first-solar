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4" r:id="rId1"/>
  </p:sldMasterIdLst>
  <p:notesMasterIdLst>
    <p:notesMasterId r:id="rId84"/>
  </p:notesMasterIdLst>
  <p:handoutMasterIdLst>
    <p:handoutMasterId r:id="rId8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09169EB-3C6E-CA43-9238-636C0122F5D4}">
          <p14:sldIdLst>
            <p14:sldId id="258"/>
            <p14:sldId id="261"/>
            <p14:sldId id="381"/>
            <p14:sldId id="262"/>
            <p14:sldId id="363"/>
            <p14:sldId id="366"/>
            <p14:sldId id="325"/>
            <p14:sldId id="364"/>
            <p14:sldId id="265"/>
            <p14:sldId id="367"/>
            <p14:sldId id="369"/>
            <p14:sldId id="346"/>
            <p14:sldId id="345"/>
            <p14:sldId id="343"/>
            <p14:sldId id="370"/>
            <p14:sldId id="371"/>
            <p14:sldId id="270"/>
            <p14:sldId id="374"/>
            <p14:sldId id="319"/>
            <p14:sldId id="356"/>
            <p14:sldId id="320"/>
            <p14:sldId id="271"/>
            <p14:sldId id="272"/>
            <p14:sldId id="273"/>
            <p14:sldId id="274"/>
            <p14:sldId id="275"/>
            <p14:sldId id="347"/>
            <p14:sldId id="338"/>
            <p14:sldId id="348"/>
            <p14:sldId id="278"/>
            <p14:sldId id="279"/>
            <p14:sldId id="349"/>
            <p14:sldId id="280"/>
            <p14:sldId id="281"/>
            <p14:sldId id="282"/>
            <p14:sldId id="339"/>
            <p14:sldId id="283"/>
            <p14:sldId id="284"/>
            <p14:sldId id="285"/>
            <p14:sldId id="340"/>
            <p14:sldId id="286"/>
            <p14:sldId id="287"/>
            <p14:sldId id="288"/>
            <p14:sldId id="290"/>
            <p14:sldId id="291"/>
            <p14:sldId id="322"/>
            <p14:sldId id="293"/>
            <p14:sldId id="292"/>
            <p14:sldId id="295"/>
            <p14:sldId id="296"/>
            <p14:sldId id="297"/>
            <p14:sldId id="298"/>
            <p14:sldId id="299"/>
            <p14:sldId id="329"/>
            <p14:sldId id="330"/>
            <p14:sldId id="331"/>
            <p14:sldId id="300"/>
            <p14:sldId id="301"/>
            <p14:sldId id="324"/>
            <p14:sldId id="332"/>
            <p14:sldId id="333"/>
            <p14:sldId id="303"/>
            <p14:sldId id="334"/>
            <p14:sldId id="335"/>
            <p14:sldId id="306"/>
            <p14:sldId id="307"/>
            <p14:sldId id="308"/>
            <p14:sldId id="382"/>
            <p14:sldId id="383"/>
            <p14:sldId id="313"/>
            <p14:sldId id="314"/>
            <p14:sldId id="256"/>
            <p14:sldId id="384"/>
            <p14:sldId id="385"/>
            <p14:sldId id="321"/>
            <p14:sldId id="386"/>
            <p14:sldId id="323"/>
            <p14:sldId id="387"/>
            <p14:sldId id="388"/>
            <p14:sldId id="326"/>
            <p14:sldId id="327"/>
            <p14:sldId id="318"/>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B3C8F12-46FC-B444-2C95-6D720768D635}" name="Danielle Isbell" initials="DI" userId="S::Danielle.Isbell@thespurgroup.com::c16ab0bc-5999-493a-8c85-3812602ec242"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FF59"/>
    <a:srgbClr val="CCCCCC"/>
    <a:srgbClr val="5B5B5B"/>
    <a:srgbClr val="A20000"/>
    <a:srgbClr val="000000"/>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03"/>
    <p:restoredTop sz="96327"/>
  </p:normalViewPr>
  <p:slideViewPr>
    <p:cSldViewPr snapToGrid="0" showGuides="1">
      <p:cViewPr varScale="1">
        <p:scale>
          <a:sx n="243" d="100"/>
          <a:sy n="243" d="100"/>
        </p:scale>
        <p:origin x="200" y="408"/>
      </p:cViewPr>
      <p:guideLst>
        <p:guide orient="horz" pos="1620"/>
        <p:guide pos="2880"/>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145" d="100"/>
          <a:sy n="145" d="100"/>
        </p:scale>
        <p:origin x="4256" y="1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84" Type="http://schemas.openxmlformats.org/officeDocument/2006/relationships/notesMaster" Target="notesMasters/notesMaster1.xml"/><Relationship Id="rId85" Type="http://schemas.openxmlformats.org/officeDocument/2006/relationships/handoutMaster" Target="handoutMasters/handout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 Id="rId9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D184FA-F1C6-FFCB-50F0-BE6055745C0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solidFill>
                <a:srgbClr val="5B5B5B"/>
              </a:solidFill>
              <a:latin typeface="Arial" panose="020B0604020202020204" pitchFamily="34" charset="0"/>
              <a:cs typeface="Arial" panose="020B0604020202020204" pitchFamily="34" charset="0"/>
            </a:endParaRPr>
          </a:p>
        </p:txBody>
      </p:sp>
      <p:sp>
        <p:nvSpPr>
          <p:cNvPr id="3" name="Date Placeholder 2">
            <a:extLst>
              <a:ext uri="{FF2B5EF4-FFF2-40B4-BE49-F238E27FC236}">
                <a16:creationId xmlns:a16="http://schemas.microsoft.com/office/drawing/2014/main" id="{662C5E48-6EEC-DB7B-BF1B-63584DCAF48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0B21F2C-8EB7-6843-AB6A-38492114D97B}" type="datetimeFigureOut">
              <a:rPr lang="en-US" smtClean="0">
                <a:solidFill>
                  <a:srgbClr val="5B5B5B"/>
                </a:solidFill>
                <a:latin typeface="Arial" panose="020B0604020202020204" pitchFamily="34" charset="0"/>
                <a:cs typeface="Arial" panose="020B0604020202020204" pitchFamily="34" charset="0"/>
              </a:rPr>
              <a:t>3/5/26</a:t>
            </a:fld>
            <a:endParaRPr lang="en-US">
              <a:solidFill>
                <a:srgbClr val="5B5B5B"/>
              </a:solidFill>
              <a:latin typeface="Arial" panose="020B0604020202020204" pitchFamily="34" charset="0"/>
              <a:cs typeface="Arial" panose="020B0604020202020204" pitchFamily="34" charset="0"/>
            </a:endParaRPr>
          </a:p>
        </p:txBody>
      </p:sp>
      <p:sp>
        <p:nvSpPr>
          <p:cNvPr id="4" name="Footer Placeholder 3">
            <a:extLst>
              <a:ext uri="{FF2B5EF4-FFF2-40B4-BE49-F238E27FC236}">
                <a16:creationId xmlns:a16="http://schemas.microsoft.com/office/drawing/2014/main" id="{423343E5-C5DE-6AB7-D3BD-31571696260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solidFill>
                <a:srgbClr val="5B5B5B"/>
              </a:solidFill>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E3C3582E-C0F8-3E5E-7CC6-37286DE16B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FA641D1-C504-3A41-845A-784561FC12EE}" type="slidenum">
              <a:rPr lang="en-US" smtClean="0">
                <a:solidFill>
                  <a:srgbClr val="5B5B5B"/>
                </a:solidFill>
                <a:latin typeface="Arial" panose="020B0604020202020204" pitchFamily="34" charset="0"/>
                <a:cs typeface="Arial" panose="020B0604020202020204" pitchFamily="34" charset="0"/>
              </a:rPr>
              <a:t>‹#›</a:t>
            </a:fld>
            <a:endParaRPr lang="en-US">
              <a:solidFill>
                <a:srgbClr val="5B5B5B"/>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128177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solidFill>
                  <a:srgbClr val="5B5B5B"/>
                </a:solidFill>
                <a:latin typeface="Arial" panose="020B0604020202020204" pitchFamily="34" charset="0"/>
                <a:cs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solidFill>
                  <a:srgbClr val="5B5B5B"/>
                </a:solidFill>
                <a:latin typeface="Arial" panose="020B0604020202020204" pitchFamily="34" charset="0"/>
                <a:cs typeface="Arial" panose="020B0604020202020204" pitchFamily="34" charset="0"/>
              </a:defRPr>
            </a:lvl1pPr>
          </a:lstStyle>
          <a:p>
            <a:fld id="{43A8858A-AC4A-2245-B318-A5DE4B98D96B}" type="datetimeFigureOut">
              <a:rPr lang="en-US" smtClean="0"/>
              <a:pPr/>
              <a:t>3/5/26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solidFill>
                  <a:srgbClr val="5B5B5B"/>
                </a:solidFill>
                <a:latin typeface="Arial" panose="020B0604020202020204" pitchFamily="34" charset="0"/>
                <a:cs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solidFill>
                  <a:srgbClr val="5B5B5B"/>
                </a:solidFill>
                <a:latin typeface="Arial" panose="020B0604020202020204" pitchFamily="34" charset="0"/>
                <a:cs typeface="Arial" panose="020B0604020202020204" pitchFamily="34" charset="0"/>
              </a:defRPr>
            </a:lvl1pPr>
          </a:lstStyle>
          <a:p>
            <a:fld id="{15CA9337-E495-1C47-A3C3-964D675D1410}" type="slidenum">
              <a:rPr lang="en-US" smtClean="0"/>
              <a:pPr/>
              <a:t>‹#›</a:t>
            </a:fld>
            <a:endParaRPr lang="en-US"/>
          </a:p>
        </p:txBody>
      </p:sp>
    </p:spTree>
    <p:extLst>
      <p:ext uri="{BB962C8B-B14F-4D97-AF65-F5344CB8AC3E}">
        <p14:creationId xmlns:p14="http://schemas.microsoft.com/office/powerpoint/2010/main" val="2070293063"/>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1pPr>
    <a:lvl2pPr marL="3429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2pPr>
    <a:lvl3pPr marL="6858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3pPr>
    <a:lvl4pPr marL="10287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4pPr>
    <a:lvl5pPr marL="13716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ulti-use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FB499FC0-591F-7C46-DAD8-8F4DF6DE6F5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3188B7A7-1671-4C59-623A-2DD6B50D488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7EDE6888-D6B4-610E-2B13-799002D38C67}"/>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4823B32A-3BF7-C75E-0DCF-6A3FF8EE8037}"/>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Google Shape;56;p14">
            <a:extLst>
              <a:ext uri="{FF2B5EF4-FFF2-40B4-BE49-F238E27FC236}">
                <a16:creationId xmlns:a16="http://schemas.microsoft.com/office/drawing/2014/main" id="{E3F5922E-5EC9-4CE3-EC7E-A71DF3834810}"/>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D33A642D-A717-E46A-AA6A-79F87554D29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6" name="TextBox 5">
            <a:extLst>
              <a:ext uri="{FF2B5EF4-FFF2-40B4-BE49-F238E27FC236}">
                <a16:creationId xmlns:a16="http://schemas.microsoft.com/office/drawing/2014/main" id="{87027EF7-D196-EAB2-FA5D-F56323D430A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7" name="Google Shape;150;p23">
            <a:extLst>
              <a:ext uri="{FF2B5EF4-FFF2-40B4-BE49-F238E27FC236}">
                <a16:creationId xmlns:a16="http://schemas.microsoft.com/office/drawing/2014/main" id="{010670EB-6CE3-204C-ABF2-7FDCE3E71482}"/>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6;p14">
            <a:extLst>
              <a:ext uri="{FF2B5EF4-FFF2-40B4-BE49-F238E27FC236}">
                <a16:creationId xmlns:a16="http://schemas.microsoft.com/office/drawing/2014/main" id="{42FA5ED4-8536-5BE5-E104-B9288CEE059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7BE32EB1-7F24-2A7F-173D-C07FB586EA9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4" name="TextBox 13">
            <a:extLst>
              <a:ext uri="{FF2B5EF4-FFF2-40B4-BE49-F238E27FC236}">
                <a16:creationId xmlns:a16="http://schemas.microsoft.com/office/drawing/2014/main" id="{15F45E33-C2E9-C3EB-1D46-3C31233A1C70}"/>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A5B1B2AE-F459-96D8-1E38-9AF67D587FF1}"/>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9553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lti-use layout_image">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FB499FC0-591F-7C46-DAD8-8F4DF6DE6F5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3188B7A7-1671-4C59-623A-2DD6B50D488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7EDE6888-D6B4-610E-2B13-799002D38C67}"/>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4823B32A-3BF7-C75E-0DCF-6A3FF8EE8037}"/>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6">
            <a:extLst>
              <a:ext uri="{FF2B5EF4-FFF2-40B4-BE49-F238E27FC236}">
                <a16:creationId xmlns:a16="http://schemas.microsoft.com/office/drawing/2014/main" id="{4FC98C78-81FF-8FBC-19F3-BD5D5CF69785}"/>
              </a:ext>
            </a:extLst>
          </p:cNvPr>
          <p:cNvSpPr>
            <a:spLocks noGrp="1"/>
          </p:cNvSpPr>
          <p:nvPr>
            <p:ph sz="quarter" idx="10" hasCustomPrompt="1"/>
          </p:nvPr>
        </p:nvSpPr>
        <p:spPr>
          <a:xfrm>
            <a:off x="457195" y="1225550"/>
            <a:ext cx="8267705" cy="3479800"/>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5" name="Google Shape;56;p14">
            <a:extLst>
              <a:ext uri="{FF2B5EF4-FFF2-40B4-BE49-F238E27FC236}">
                <a16:creationId xmlns:a16="http://schemas.microsoft.com/office/drawing/2014/main" id="{B0592468-F576-AC94-7226-53E9052268F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76796AF5-65AB-DF25-504B-AB62917FD556}"/>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7" name="TextBox 6">
            <a:extLst>
              <a:ext uri="{FF2B5EF4-FFF2-40B4-BE49-F238E27FC236}">
                <a16:creationId xmlns:a16="http://schemas.microsoft.com/office/drawing/2014/main" id="{BAFF6D5B-F036-4391-AF50-50CA4F86BAA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0" name="Google Shape;150;p23">
            <a:extLst>
              <a:ext uri="{FF2B5EF4-FFF2-40B4-BE49-F238E27FC236}">
                <a16:creationId xmlns:a16="http://schemas.microsoft.com/office/drawing/2014/main" id="{78B4F23A-EC14-3E37-DF9F-C1C1349630B4}"/>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6;p14">
            <a:extLst>
              <a:ext uri="{FF2B5EF4-FFF2-40B4-BE49-F238E27FC236}">
                <a16:creationId xmlns:a16="http://schemas.microsoft.com/office/drawing/2014/main" id="{FA341C03-0655-DC21-9BD2-F28459770EB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30CD99FB-2E47-527C-6376-261819B0ED8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5" name="TextBox 14">
            <a:extLst>
              <a:ext uri="{FF2B5EF4-FFF2-40B4-BE49-F238E27FC236}">
                <a16:creationId xmlns:a16="http://schemas.microsoft.com/office/drawing/2014/main" id="{30242BD7-9F1B-14BF-48AC-04A28C1DDB99}"/>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Google Shape;150;p23">
            <a:extLst>
              <a:ext uri="{FF2B5EF4-FFF2-40B4-BE49-F238E27FC236}">
                <a16:creationId xmlns:a16="http://schemas.microsoft.com/office/drawing/2014/main" id="{02BE5221-6D22-CDE8-52EF-E0197FF69640}"/>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58338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ulti-use layout w/ 2-Line Title">
    <p:spTree>
      <p:nvGrpSpPr>
        <p:cNvPr id="1" name=""/>
        <p:cNvGrpSpPr/>
        <p:nvPr/>
      </p:nvGrpSpPr>
      <p:grpSpPr>
        <a:xfrm>
          <a:off x="0" y="0"/>
          <a:ext cx="0" cy="0"/>
          <a:chOff x="0" y="0"/>
          <a:chExt cx="0" cy="0"/>
        </a:xfrm>
      </p:grpSpPr>
      <p:sp>
        <p:nvSpPr>
          <p:cNvPr id="6" name="Google Shape;58;p14">
            <a:extLst>
              <a:ext uri="{FF2B5EF4-FFF2-40B4-BE49-F238E27FC236}">
                <a16:creationId xmlns:a16="http://schemas.microsoft.com/office/drawing/2014/main" id="{0B775E3D-28D8-E8C7-FB82-8ED0B4A975F4}"/>
              </a:ext>
            </a:extLst>
          </p:cNvPr>
          <p:cNvSpPr txBox="1">
            <a:spLocks noGrp="1"/>
          </p:cNvSpPr>
          <p:nvPr>
            <p:ph type="subTitle" idx="1"/>
          </p:nvPr>
        </p:nvSpPr>
        <p:spPr>
          <a:xfrm>
            <a:off x="361933" y="1112921"/>
            <a:ext cx="8344800"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5" name="TextBox 4">
            <a:extLst>
              <a:ext uri="{FF2B5EF4-FFF2-40B4-BE49-F238E27FC236}">
                <a16:creationId xmlns:a16="http://schemas.microsoft.com/office/drawing/2014/main" id="{35BDA084-18F1-1D8D-1E60-238941C1B1D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76012362-853B-83F7-64D4-1A593309909B}"/>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2">
            <a:extLst>
              <a:ext uri="{FF2B5EF4-FFF2-40B4-BE49-F238E27FC236}">
                <a16:creationId xmlns:a16="http://schemas.microsoft.com/office/drawing/2014/main" id="{6EF5B901-4D24-709B-7607-0FB126A3E34D}"/>
              </a:ext>
            </a:extLst>
          </p:cNvPr>
          <p:cNvSpPr>
            <a:spLocks noGrp="1"/>
          </p:cNvSpPr>
          <p:nvPr>
            <p:ph type="title"/>
          </p:nvPr>
        </p:nvSpPr>
        <p:spPr>
          <a:xfrm>
            <a:off x="354559" y="291988"/>
            <a:ext cx="7886700" cy="820933"/>
          </a:xfrm>
        </p:spPr>
        <p:txBody>
          <a:bodyPr/>
          <a:lstStyle/>
          <a:p>
            <a:r>
              <a:rPr lang="en-US"/>
              <a:t>Click to edit Master title style</a:t>
            </a:r>
            <a:endParaRPr lang="en-US" dirty="0"/>
          </a:p>
        </p:txBody>
      </p:sp>
      <p:sp>
        <p:nvSpPr>
          <p:cNvPr id="2" name="Google Shape;56;p14">
            <a:extLst>
              <a:ext uri="{FF2B5EF4-FFF2-40B4-BE49-F238E27FC236}">
                <a16:creationId xmlns:a16="http://schemas.microsoft.com/office/drawing/2014/main" id="{BDDA703F-F2B7-0436-F1A2-266F8D5913D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3B6009D8-3821-6762-3B6E-9C93329F1AA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7" name="TextBox 6">
            <a:extLst>
              <a:ext uri="{FF2B5EF4-FFF2-40B4-BE49-F238E27FC236}">
                <a16:creationId xmlns:a16="http://schemas.microsoft.com/office/drawing/2014/main" id="{1197E058-5B2B-1599-0C7B-D2AB39F7DBF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0" name="Google Shape;150;p23">
            <a:extLst>
              <a:ext uri="{FF2B5EF4-FFF2-40B4-BE49-F238E27FC236}">
                <a16:creationId xmlns:a16="http://schemas.microsoft.com/office/drawing/2014/main" id="{1E8F2E6B-4420-C9D8-0F9F-557D93F1E190}"/>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6;p14">
            <a:extLst>
              <a:ext uri="{FF2B5EF4-FFF2-40B4-BE49-F238E27FC236}">
                <a16:creationId xmlns:a16="http://schemas.microsoft.com/office/drawing/2014/main" id="{7A83EF8E-033B-CFB2-E1E0-BFF48F3B04C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56E7BB52-10DC-1FFA-696A-45CC6BBE355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4" name="TextBox 13">
            <a:extLst>
              <a:ext uri="{FF2B5EF4-FFF2-40B4-BE49-F238E27FC236}">
                <a16:creationId xmlns:a16="http://schemas.microsoft.com/office/drawing/2014/main" id="{163BD514-5377-59F9-AA51-6B6B8DD94E9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C95E3315-0903-F855-8B47-62EC73068399}"/>
              </a:ext>
            </a:extLst>
          </p:cNvPr>
          <p:cNvSpPr/>
          <p:nvPr userDrawn="1"/>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3819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ulti-use layout w/ 2-Line Title_image">
    <p:spTree>
      <p:nvGrpSpPr>
        <p:cNvPr id="1" name=""/>
        <p:cNvGrpSpPr/>
        <p:nvPr/>
      </p:nvGrpSpPr>
      <p:grpSpPr>
        <a:xfrm>
          <a:off x="0" y="0"/>
          <a:ext cx="0" cy="0"/>
          <a:chOff x="0" y="0"/>
          <a:chExt cx="0" cy="0"/>
        </a:xfrm>
      </p:grpSpPr>
      <p:sp>
        <p:nvSpPr>
          <p:cNvPr id="2" name="Title 1"/>
          <p:cNvSpPr>
            <a:spLocks noGrp="1"/>
          </p:cNvSpPr>
          <p:nvPr>
            <p:ph type="title"/>
          </p:nvPr>
        </p:nvSpPr>
        <p:spPr>
          <a:xfrm>
            <a:off x="354559" y="623635"/>
            <a:ext cx="8370341" cy="473131"/>
          </a:xfrm>
        </p:spPr>
        <p:txBody>
          <a:bodyPr anchor="b">
            <a:noAutofit/>
          </a:bodyPr>
          <a:lstStyle>
            <a:lvl1pPr>
              <a:defRPr sz="2600" b="1"/>
            </a:lvl1pPr>
          </a:lstStyle>
          <a:p>
            <a:r>
              <a:rPr lang="en-US"/>
              <a:t>Click to edit Master title style</a:t>
            </a:r>
            <a:endParaRPr lang="en-US" dirty="0"/>
          </a:p>
        </p:txBody>
      </p:sp>
      <p:sp>
        <p:nvSpPr>
          <p:cNvPr id="6" name="Google Shape;58;p14">
            <a:extLst>
              <a:ext uri="{FF2B5EF4-FFF2-40B4-BE49-F238E27FC236}">
                <a16:creationId xmlns:a16="http://schemas.microsoft.com/office/drawing/2014/main" id="{0B775E3D-28D8-E8C7-FB82-8ED0B4A975F4}"/>
              </a:ext>
            </a:extLst>
          </p:cNvPr>
          <p:cNvSpPr txBox="1">
            <a:spLocks noGrp="1"/>
          </p:cNvSpPr>
          <p:nvPr>
            <p:ph type="subTitle" idx="1"/>
          </p:nvPr>
        </p:nvSpPr>
        <p:spPr>
          <a:xfrm>
            <a:off x="361933" y="1112921"/>
            <a:ext cx="8344800"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5" name="TextBox 4">
            <a:extLst>
              <a:ext uri="{FF2B5EF4-FFF2-40B4-BE49-F238E27FC236}">
                <a16:creationId xmlns:a16="http://schemas.microsoft.com/office/drawing/2014/main" id="{35BDA084-18F1-1D8D-1E60-238941C1B1D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76012362-853B-83F7-64D4-1A593309909B}"/>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Content Placeholder 6">
            <a:extLst>
              <a:ext uri="{FF2B5EF4-FFF2-40B4-BE49-F238E27FC236}">
                <a16:creationId xmlns:a16="http://schemas.microsoft.com/office/drawing/2014/main" id="{4B6023EE-D852-B275-63D9-888C7679E5E0}"/>
              </a:ext>
            </a:extLst>
          </p:cNvPr>
          <p:cNvSpPr>
            <a:spLocks noGrp="1"/>
          </p:cNvSpPr>
          <p:nvPr>
            <p:ph sz="quarter" idx="10" hasCustomPrompt="1"/>
          </p:nvPr>
        </p:nvSpPr>
        <p:spPr>
          <a:xfrm>
            <a:off x="4686300" y="1478620"/>
            <a:ext cx="4038600" cy="3226729"/>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4" name="Google Shape;56;p14">
            <a:extLst>
              <a:ext uri="{FF2B5EF4-FFF2-40B4-BE49-F238E27FC236}">
                <a16:creationId xmlns:a16="http://schemas.microsoft.com/office/drawing/2014/main" id="{58F90864-7DF1-DF4D-EBE9-7802DEE2AEB6}"/>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 name="Google Shape;60;p14">
            <a:extLst>
              <a:ext uri="{FF2B5EF4-FFF2-40B4-BE49-F238E27FC236}">
                <a16:creationId xmlns:a16="http://schemas.microsoft.com/office/drawing/2014/main" id="{D6A81E26-3579-5613-9331-69D0F738054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121F4C7C-00D5-DAD6-E81F-1725FDDE89D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1" name="Google Shape;150;p23">
            <a:extLst>
              <a:ext uri="{FF2B5EF4-FFF2-40B4-BE49-F238E27FC236}">
                <a16:creationId xmlns:a16="http://schemas.microsoft.com/office/drawing/2014/main" id="{AFC3509A-D2FF-4C68-DD25-77DBA094E32F}"/>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6;p14">
            <a:extLst>
              <a:ext uri="{FF2B5EF4-FFF2-40B4-BE49-F238E27FC236}">
                <a16:creationId xmlns:a16="http://schemas.microsoft.com/office/drawing/2014/main" id="{B77361E0-F287-F6F9-08F0-F7019A83AC5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BD5D73DC-7E57-2685-EF6F-9DA9BB8A5E9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5" name="TextBox 14">
            <a:extLst>
              <a:ext uri="{FF2B5EF4-FFF2-40B4-BE49-F238E27FC236}">
                <a16:creationId xmlns:a16="http://schemas.microsoft.com/office/drawing/2014/main" id="{0E60F840-00F7-2053-AB36-523C0C7CC752}"/>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Google Shape;150;p23">
            <a:extLst>
              <a:ext uri="{FF2B5EF4-FFF2-40B4-BE49-F238E27FC236}">
                <a16:creationId xmlns:a16="http://schemas.microsoft.com/office/drawing/2014/main" id="{CAA88ACF-34E6-D6B1-33F1-3BA7FC5C8B52}"/>
              </a:ext>
            </a:extLst>
          </p:cNvPr>
          <p:cNvSpPr/>
          <p:nvPr userDrawn="1"/>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58119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use layout w/ Dotted Lines 01">
    <p:spTree>
      <p:nvGrpSpPr>
        <p:cNvPr id="1" name=""/>
        <p:cNvGrpSpPr/>
        <p:nvPr/>
      </p:nvGrpSpPr>
      <p:grpSpPr>
        <a:xfrm>
          <a:off x="0" y="0"/>
          <a:ext cx="0" cy="0"/>
          <a:chOff x="0" y="0"/>
          <a:chExt cx="0" cy="0"/>
        </a:xfrm>
      </p:grpSpPr>
      <p:grpSp>
        <p:nvGrpSpPr>
          <p:cNvPr id="3" name="Google Shape;71;p16">
            <a:extLst>
              <a:ext uri="{FF2B5EF4-FFF2-40B4-BE49-F238E27FC236}">
                <a16:creationId xmlns:a16="http://schemas.microsoft.com/office/drawing/2014/main" id="{F5712FE6-95D4-0A05-91B3-005EE5F455D3}"/>
              </a:ext>
            </a:extLst>
          </p:cNvPr>
          <p:cNvGrpSpPr/>
          <p:nvPr/>
        </p:nvGrpSpPr>
        <p:grpSpPr>
          <a:xfrm>
            <a:off x="3" y="3761952"/>
            <a:ext cx="9143997" cy="1371564"/>
            <a:chOff x="-10" y="3735321"/>
            <a:chExt cx="9139427" cy="1408177"/>
          </a:xfrm>
        </p:grpSpPr>
        <p:pic>
          <p:nvPicPr>
            <p:cNvPr id="4" name="Google Shape;72;p16">
              <a:extLst>
                <a:ext uri="{FF2B5EF4-FFF2-40B4-BE49-F238E27FC236}">
                  <a16:creationId xmlns:a16="http://schemas.microsoft.com/office/drawing/2014/main" id="{2EB517F5-120D-A1CF-A55A-81935290C8D6}"/>
                </a:ext>
              </a:extLst>
            </p:cNvPr>
            <p:cNvPicPr preferRelativeResize="0"/>
            <p:nvPr/>
          </p:nvPicPr>
          <p:blipFill rotWithShape="1">
            <a:blip r:embed="rId2">
              <a:alphaModFix amt="29000"/>
            </a:blip>
            <a:srcRect t="139" b="139"/>
            <a:stretch/>
          </p:blipFill>
          <p:spPr>
            <a:xfrm>
              <a:off x="-10" y="3735321"/>
              <a:ext cx="3044952" cy="1408177"/>
            </a:xfrm>
            <a:prstGeom prst="rect">
              <a:avLst/>
            </a:prstGeom>
            <a:noFill/>
            <a:ln>
              <a:noFill/>
            </a:ln>
          </p:spPr>
        </p:pic>
        <p:pic>
          <p:nvPicPr>
            <p:cNvPr id="5" name="Google Shape;73;p16">
              <a:extLst>
                <a:ext uri="{FF2B5EF4-FFF2-40B4-BE49-F238E27FC236}">
                  <a16:creationId xmlns:a16="http://schemas.microsoft.com/office/drawing/2014/main" id="{568F6261-20FB-2209-74F0-E783214B37D3}"/>
                </a:ext>
              </a:extLst>
            </p:cNvPr>
            <p:cNvPicPr preferRelativeResize="0"/>
            <p:nvPr/>
          </p:nvPicPr>
          <p:blipFill rotWithShape="1">
            <a:blip r:embed="rId3">
              <a:alphaModFix amt="29000"/>
            </a:blip>
            <a:srcRect t="139" b="139"/>
            <a:stretch/>
          </p:blipFill>
          <p:spPr>
            <a:xfrm>
              <a:off x="3049515" y="3735321"/>
              <a:ext cx="3044952" cy="1408177"/>
            </a:xfrm>
            <a:prstGeom prst="rect">
              <a:avLst/>
            </a:prstGeom>
            <a:noFill/>
            <a:ln>
              <a:noFill/>
            </a:ln>
          </p:spPr>
        </p:pic>
        <p:pic>
          <p:nvPicPr>
            <p:cNvPr id="11" name="Google Shape;74;p16">
              <a:extLst>
                <a:ext uri="{FF2B5EF4-FFF2-40B4-BE49-F238E27FC236}">
                  <a16:creationId xmlns:a16="http://schemas.microsoft.com/office/drawing/2014/main" id="{2CA3C9D2-7D63-855F-F611-8800E278F22C}"/>
                </a:ext>
              </a:extLst>
            </p:cNvPr>
            <p:cNvPicPr preferRelativeResize="0"/>
            <p:nvPr/>
          </p:nvPicPr>
          <p:blipFill rotWithShape="1">
            <a:blip r:embed="rId4">
              <a:alphaModFix amt="29000"/>
            </a:blip>
            <a:srcRect t="139" b="139"/>
            <a:stretch/>
          </p:blipFill>
          <p:spPr>
            <a:xfrm>
              <a:off x="6094465" y="3735321"/>
              <a:ext cx="3044952" cy="1408177"/>
            </a:xfrm>
            <a:prstGeom prst="rect">
              <a:avLst/>
            </a:prstGeom>
            <a:noFill/>
            <a:ln>
              <a:noFill/>
            </a:ln>
          </p:spPr>
        </p:pic>
      </p:grpSp>
      <p:sp>
        <p:nvSpPr>
          <p:cNvPr id="2" name="Title 1"/>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6" name="Google Shape;58;p14">
            <a:extLst>
              <a:ext uri="{FF2B5EF4-FFF2-40B4-BE49-F238E27FC236}">
                <a16:creationId xmlns:a16="http://schemas.microsoft.com/office/drawing/2014/main" id="{0B775E3D-28D8-E8C7-FB82-8ED0B4A975F4}"/>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2" name="TextBox 11">
            <a:extLst>
              <a:ext uri="{FF2B5EF4-FFF2-40B4-BE49-F238E27FC236}">
                <a16:creationId xmlns:a16="http://schemas.microsoft.com/office/drawing/2014/main" id="{FDBF6CD7-E1CF-47B4-D56B-8FDF0442A4EE}"/>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10A98A14-BB97-0A95-E1EC-BC99BFA217B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 name="Google Shape;71;p16">
            <a:extLst>
              <a:ext uri="{FF2B5EF4-FFF2-40B4-BE49-F238E27FC236}">
                <a16:creationId xmlns:a16="http://schemas.microsoft.com/office/drawing/2014/main" id="{9D5A46F6-31DE-A643-87CE-462F3DA168D4}"/>
              </a:ext>
            </a:extLst>
          </p:cNvPr>
          <p:cNvGrpSpPr/>
          <p:nvPr/>
        </p:nvGrpSpPr>
        <p:grpSpPr>
          <a:xfrm>
            <a:off x="3" y="3761952"/>
            <a:ext cx="9143997" cy="1371564"/>
            <a:chOff x="-10" y="3735321"/>
            <a:chExt cx="9139427" cy="1408177"/>
          </a:xfrm>
        </p:grpSpPr>
        <p:pic>
          <p:nvPicPr>
            <p:cNvPr id="10" name="Google Shape;72;p16">
              <a:extLst>
                <a:ext uri="{FF2B5EF4-FFF2-40B4-BE49-F238E27FC236}">
                  <a16:creationId xmlns:a16="http://schemas.microsoft.com/office/drawing/2014/main" id="{31C3DACE-8A5A-B12D-84D3-65DAD21EE05C}"/>
                </a:ext>
              </a:extLst>
            </p:cNvPr>
            <p:cNvPicPr preferRelativeResize="0"/>
            <p:nvPr/>
          </p:nvPicPr>
          <p:blipFill rotWithShape="1">
            <a:blip r:embed="rId2">
              <a:alphaModFix amt="29000"/>
            </a:blip>
            <a:srcRect t="139" b="139"/>
            <a:stretch/>
          </p:blipFill>
          <p:spPr>
            <a:xfrm>
              <a:off x="-10" y="3735321"/>
              <a:ext cx="3044952" cy="1408177"/>
            </a:xfrm>
            <a:prstGeom prst="rect">
              <a:avLst/>
            </a:prstGeom>
            <a:noFill/>
            <a:ln>
              <a:noFill/>
            </a:ln>
          </p:spPr>
        </p:pic>
        <p:pic>
          <p:nvPicPr>
            <p:cNvPr id="14" name="Google Shape;73;p16">
              <a:extLst>
                <a:ext uri="{FF2B5EF4-FFF2-40B4-BE49-F238E27FC236}">
                  <a16:creationId xmlns:a16="http://schemas.microsoft.com/office/drawing/2014/main" id="{84602BE1-5245-1FBF-2AC8-9601ED89DEB4}"/>
                </a:ext>
              </a:extLst>
            </p:cNvPr>
            <p:cNvPicPr preferRelativeResize="0"/>
            <p:nvPr/>
          </p:nvPicPr>
          <p:blipFill rotWithShape="1">
            <a:blip r:embed="rId3">
              <a:alphaModFix amt="29000"/>
            </a:blip>
            <a:srcRect t="139" b="139"/>
            <a:stretch/>
          </p:blipFill>
          <p:spPr>
            <a:xfrm>
              <a:off x="3049515" y="3735321"/>
              <a:ext cx="3044952" cy="1408177"/>
            </a:xfrm>
            <a:prstGeom prst="rect">
              <a:avLst/>
            </a:prstGeom>
            <a:noFill/>
            <a:ln>
              <a:noFill/>
            </a:ln>
          </p:spPr>
        </p:pic>
        <p:pic>
          <p:nvPicPr>
            <p:cNvPr id="15" name="Google Shape;74;p16">
              <a:extLst>
                <a:ext uri="{FF2B5EF4-FFF2-40B4-BE49-F238E27FC236}">
                  <a16:creationId xmlns:a16="http://schemas.microsoft.com/office/drawing/2014/main" id="{D6EB7028-BF14-62E0-DBDA-D4CE8B654B8F}"/>
                </a:ext>
              </a:extLst>
            </p:cNvPr>
            <p:cNvPicPr preferRelativeResize="0"/>
            <p:nvPr/>
          </p:nvPicPr>
          <p:blipFill rotWithShape="1">
            <a:blip r:embed="rId4">
              <a:alphaModFix amt="29000"/>
            </a:blip>
            <a:srcRect t="139" b="139"/>
            <a:stretch/>
          </p:blipFill>
          <p:spPr>
            <a:xfrm>
              <a:off x="6094465" y="3735321"/>
              <a:ext cx="3044952" cy="1408177"/>
            </a:xfrm>
            <a:prstGeom prst="rect">
              <a:avLst/>
            </a:prstGeom>
            <a:noFill/>
            <a:ln>
              <a:noFill/>
            </a:ln>
          </p:spPr>
        </p:pic>
      </p:grpSp>
      <p:sp>
        <p:nvSpPr>
          <p:cNvPr id="16" name="Google Shape;56;p14">
            <a:extLst>
              <a:ext uri="{FF2B5EF4-FFF2-40B4-BE49-F238E27FC236}">
                <a16:creationId xmlns:a16="http://schemas.microsoft.com/office/drawing/2014/main" id="{EE19F04E-6368-91C8-BEC9-F2D6318740E2}"/>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6C28AC24-E291-9E16-9AEA-261ACE0578B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8" name="TextBox 17">
            <a:extLst>
              <a:ext uri="{FF2B5EF4-FFF2-40B4-BE49-F238E27FC236}">
                <a16:creationId xmlns:a16="http://schemas.microsoft.com/office/drawing/2014/main" id="{2EA405EE-7092-A940-D6E2-46A2EE2DA5DA}"/>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9" name="Google Shape;150;p23">
            <a:extLst>
              <a:ext uri="{FF2B5EF4-FFF2-40B4-BE49-F238E27FC236}">
                <a16:creationId xmlns:a16="http://schemas.microsoft.com/office/drawing/2014/main" id="{B4FF6BCD-BCDC-1AB5-8D16-266B4A3D04F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 name="Google Shape;71;p16">
            <a:extLst>
              <a:ext uri="{FF2B5EF4-FFF2-40B4-BE49-F238E27FC236}">
                <a16:creationId xmlns:a16="http://schemas.microsoft.com/office/drawing/2014/main" id="{13C2AA44-54F2-9778-120E-874DBEE06E48}"/>
              </a:ext>
            </a:extLst>
          </p:cNvPr>
          <p:cNvGrpSpPr/>
          <p:nvPr userDrawn="1"/>
        </p:nvGrpSpPr>
        <p:grpSpPr>
          <a:xfrm>
            <a:off x="3" y="3761952"/>
            <a:ext cx="9143997" cy="1371564"/>
            <a:chOff x="-10" y="3735321"/>
            <a:chExt cx="9139427" cy="1408177"/>
          </a:xfrm>
        </p:grpSpPr>
        <p:pic>
          <p:nvPicPr>
            <p:cNvPr id="21" name="Google Shape;72;p16">
              <a:extLst>
                <a:ext uri="{FF2B5EF4-FFF2-40B4-BE49-F238E27FC236}">
                  <a16:creationId xmlns:a16="http://schemas.microsoft.com/office/drawing/2014/main" id="{B26B7714-F42E-4445-2DDA-C9E8C1876EEC}"/>
                </a:ext>
              </a:extLst>
            </p:cNvPr>
            <p:cNvPicPr preferRelativeResize="0"/>
            <p:nvPr/>
          </p:nvPicPr>
          <p:blipFill rotWithShape="1">
            <a:blip r:embed="rId2">
              <a:alphaModFix amt="29000"/>
            </a:blip>
            <a:srcRect t="139" b="139"/>
            <a:stretch/>
          </p:blipFill>
          <p:spPr>
            <a:xfrm>
              <a:off x="-10" y="3735321"/>
              <a:ext cx="3044952" cy="1408177"/>
            </a:xfrm>
            <a:prstGeom prst="rect">
              <a:avLst/>
            </a:prstGeom>
            <a:noFill/>
            <a:ln>
              <a:noFill/>
            </a:ln>
          </p:spPr>
        </p:pic>
        <p:pic>
          <p:nvPicPr>
            <p:cNvPr id="22" name="Google Shape;73;p16">
              <a:extLst>
                <a:ext uri="{FF2B5EF4-FFF2-40B4-BE49-F238E27FC236}">
                  <a16:creationId xmlns:a16="http://schemas.microsoft.com/office/drawing/2014/main" id="{A6C9E01A-CF46-A729-7AEC-3C64E77BF512}"/>
                </a:ext>
              </a:extLst>
            </p:cNvPr>
            <p:cNvPicPr preferRelativeResize="0"/>
            <p:nvPr/>
          </p:nvPicPr>
          <p:blipFill rotWithShape="1">
            <a:blip r:embed="rId3">
              <a:alphaModFix amt="29000"/>
            </a:blip>
            <a:srcRect t="139" b="139"/>
            <a:stretch/>
          </p:blipFill>
          <p:spPr>
            <a:xfrm>
              <a:off x="3049515" y="3735321"/>
              <a:ext cx="3044952" cy="1408177"/>
            </a:xfrm>
            <a:prstGeom prst="rect">
              <a:avLst/>
            </a:prstGeom>
            <a:noFill/>
            <a:ln>
              <a:noFill/>
            </a:ln>
          </p:spPr>
        </p:pic>
        <p:pic>
          <p:nvPicPr>
            <p:cNvPr id="23" name="Google Shape;74;p16">
              <a:extLst>
                <a:ext uri="{FF2B5EF4-FFF2-40B4-BE49-F238E27FC236}">
                  <a16:creationId xmlns:a16="http://schemas.microsoft.com/office/drawing/2014/main" id="{9A54530F-A706-48EE-EBEA-0021BEB6DA3D}"/>
                </a:ext>
              </a:extLst>
            </p:cNvPr>
            <p:cNvPicPr preferRelativeResize="0"/>
            <p:nvPr/>
          </p:nvPicPr>
          <p:blipFill rotWithShape="1">
            <a:blip r:embed="rId4">
              <a:alphaModFix amt="29000"/>
            </a:blip>
            <a:srcRect t="139" b="139"/>
            <a:stretch/>
          </p:blipFill>
          <p:spPr>
            <a:xfrm>
              <a:off x="6094465" y="3735321"/>
              <a:ext cx="3044952" cy="1408177"/>
            </a:xfrm>
            <a:prstGeom prst="rect">
              <a:avLst/>
            </a:prstGeom>
            <a:noFill/>
            <a:ln>
              <a:noFill/>
            </a:ln>
          </p:spPr>
        </p:pic>
      </p:grpSp>
      <p:sp>
        <p:nvSpPr>
          <p:cNvPr id="24" name="Google Shape;56;p14">
            <a:extLst>
              <a:ext uri="{FF2B5EF4-FFF2-40B4-BE49-F238E27FC236}">
                <a16:creationId xmlns:a16="http://schemas.microsoft.com/office/drawing/2014/main" id="{3434F9D1-8CC7-F0EB-3668-AA9CA62EE4F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60;p14">
            <a:extLst>
              <a:ext uri="{FF2B5EF4-FFF2-40B4-BE49-F238E27FC236}">
                <a16:creationId xmlns:a16="http://schemas.microsoft.com/office/drawing/2014/main" id="{D5D9B070-FE38-C426-C75B-3523AE2CB1F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6" name="TextBox 25">
            <a:extLst>
              <a:ext uri="{FF2B5EF4-FFF2-40B4-BE49-F238E27FC236}">
                <a16:creationId xmlns:a16="http://schemas.microsoft.com/office/drawing/2014/main" id="{4746C0E3-76BB-EC8D-961C-7D6AD8259E71}"/>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7" name="Google Shape;150;p23">
            <a:extLst>
              <a:ext uri="{FF2B5EF4-FFF2-40B4-BE49-F238E27FC236}">
                <a16:creationId xmlns:a16="http://schemas.microsoft.com/office/drawing/2014/main" id="{1E4B917B-B4FB-0F4F-3AE7-C4565F613040}"/>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2093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ulti-use layout w/ Dotted Lines 02">
    <p:spTree>
      <p:nvGrpSpPr>
        <p:cNvPr id="1" name=""/>
        <p:cNvGrpSpPr/>
        <p:nvPr/>
      </p:nvGrpSpPr>
      <p:grpSpPr>
        <a:xfrm>
          <a:off x="0" y="0"/>
          <a:ext cx="0" cy="0"/>
          <a:chOff x="0" y="0"/>
          <a:chExt cx="0" cy="0"/>
        </a:xfrm>
      </p:grpSpPr>
      <p:grpSp>
        <p:nvGrpSpPr>
          <p:cNvPr id="12" name="Google Shape;83;p17">
            <a:extLst>
              <a:ext uri="{FF2B5EF4-FFF2-40B4-BE49-F238E27FC236}">
                <a16:creationId xmlns:a16="http://schemas.microsoft.com/office/drawing/2014/main" id="{4C95999B-B6BF-D590-8663-7B14FB67D3D5}"/>
              </a:ext>
            </a:extLst>
          </p:cNvPr>
          <p:cNvGrpSpPr/>
          <p:nvPr/>
        </p:nvGrpSpPr>
        <p:grpSpPr>
          <a:xfrm>
            <a:off x="0" y="4370576"/>
            <a:ext cx="9144001" cy="772925"/>
            <a:chOff x="0" y="4370576"/>
            <a:chExt cx="9144001" cy="772925"/>
          </a:xfrm>
        </p:grpSpPr>
        <p:pic>
          <p:nvPicPr>
            <p:cNvPr id="13" name="Google Shape;84;p17">
              <a:extLst>
                <a:ext uri="{FF2B5EF4-FFF2-40B4-BE49-F238E27FC236}">
                  <a16:creationId xmlns:a16="http://schemas.microsoft.com/office/drawing/2014/main" id="{A912FA4E-1FF1-C3A6-93D8-9DE6CDA74B16}"/>
                </a:ext>
              </a:extLst>
            </p:cNvPr>
            <p:cNvPicPr preferRelativeResize="0"/>
            <p:nvPr/>
          </p:nvPicPr>
          <p:blipFill rotWithShape="1">
            <a:blip r:embed="rId2">
              <a:alphaModFix amt="29000"/>
            </a:blip>
            <a:srcRect t="140" b="43663"/>
            <a:stretch/>
          </p:blipFill>
          <p:spPr>
            <a:xfrm>
              <a:off x="0" y="4370576"/>
              <a:ext cx="3046476" cy="772925"/>
            </a:xfrm>
            <a:prstGeom prst="rect">
              <a:avLst/>
            </a:prstGeom>
            <a:noFill/>
            <a:ln>
              <a:noFill/>
            </a:ln>
          </p:spPr>
        </p:pic>
        <p:pic>
          <p:nvPicPr>
            <p:cNvPr id="14" name="Google Shape;85;p17">
              <a:extLst>
                <a:ext uri="{FF2B5EF4-FFF2-40B4-BE49-F238E27FC236}">
                  <a16:creationId xmlns:a16="http://schemas.microsoft.com/office/drawing/2014/main" id="{420F7E2D-7FAD-AE8F-87D6-EF61614A1411}"/>
                </a:ext>
              </a:extLst>
            </p:cNvPr>
            <p:cNvPicPr preferRelativeResize="0"/>
            <p:nvPr/>
          </p:nvPicPr>
          <p:blipFill rotWithShape="1">
            <a:blip r:embed="rId3">
              <a:alphaModFix amt="29000"/>
            </a:blip>
            <a:srcRect t="140" b="43663"/>
            <a:stretch/>
          </p:blipFill>
          <p:spPr>
            <a:xfrm>
              <a:off x="3051050" y="4370576"/>
              <a:ext cx="3046476" cy="772925"/>
            </a:xfrm>
            <a:prstGeom prst="rect">
              <a:avLst/>
            </a:prstGeom>
            <a:noFill/>
            <a:ln>
              <a:noFill/>
            </a:ln>
          </p:spPr>
        </p:pic>
        <p:pic>
          <p:nvPicPr>
            <p:cNvPr id="15" name="Google Shape;86;p17">
              <a:extLst>
                <a:ext uri="{FF2B5EF4-FFF2-40B4-BE49-F238E27FC236}">
                  <a16:creationId xmlns:a16="http://schemas.microsoft.com/office/drawing/2014/main" id="{67637665-225E-2962-B7AE-5172900BC291}"/>
                </a:ext>
              </a:extLst>
            </p:cNvPr>
            <p:cNvPicPr preferRelativeResize="0"/>
            <p:nvPr/>
          </p:nvPicPr>
          <p:blipFill rotWithShape="1">
            <a:blip r:embed="rId4">
              <a:alphaModFix amt="29000"/>
            </a:blip>
            <a:srcRect t="140" b="43663"/>
            <a:stretch/>
          </p:blipFill>
          <p:spPr>
            <a:xfrm>
              <a:off x="6097525" y="4370576"/>
              <a:ext cx="3046476" cy="772925"/>
            </a:xfrm>
            <a:prstGeom prst="rect">
              <a:avLst/>
            </a:prstGeom>
            <a:noFill/>
            <a:ln>
              <a:noFill/>
            </a:ln>
          </p:spPr>
        </p:pic>
      </p:gr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6" name="TextBox 15">
            <a:extLst>
              <a:ext uri="{FF2B5EF4-FFF2-40B4-BE49-F238E27FC236}">
                <a16:creationId xmlns:a16="http://schemas.microsoft.com/office/drawing/2014/main" id="{B017F4A2-3E91-C66F-D995-26C1F58A9B87}"/>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Google Shape;150;p23">
            <a:extLst>
              <a:ext uri="{FF2B5EF4-FFF2-40B4-BE49-F238E27FC236}">
                <a16:creationId xmlns:a16="http://schemas.microsoft.com/office/drawing/2014/main" id="{103FFCFB-A861-A76D-AC24-BD450B73EA4C}"/>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718DAC0F-3101-828A-295C-46D6EE581DA4}"/>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D00A811F-2219-412F-E4B7-7235B0B6D98D}"/>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grpSp>
        <p:nvGrpSpPr>
          <p:cNvPr id="2" name="Google Shape;83;p17">
            <a:extLst>
              <a:ext uri="{FF2B5EF4-FFF2-40B4-BE49-F238E27FC236}">
                <a16:creationId xmlns:a16="http://schemas.microsoft.com/office/drawing/2014/main" id="{2F9FAA72-72BB-A272-3DD0-1326558F16EC}"/>
              </a:ext>
            </a:extLst>
          </p:cNvPr>
          <p:cNvGrpSpPr/>
          <p:nvPr/>
        </p:nvGrpSpPr>
        <p:grpSpPr>
          <a:xfrm>
            <a:off x="0" y="4370576"/>
            <a:ext cx="9144001" cy="772925"/>
            <a:chOff x="0" y="4370576"/>
            <a:chExt cx="9144001" cy="772925"/>
          </a:xfrm>
        </p:grpSpPr>
        <p:pic>
          <p:nvPicPr>
            <p:cNvPr id="5" name="Google Shape;84;p17">
              <a:extLst>
                <a:ext uri="{FF2B5EF4-FFF2-40B4-BE49-F238E27FC236}">
                  <a16:creationId xmlns:a16="http://schemas.microsoft.com/office/drawing/2014/main" id="{1607DE01-FC1E-D838-9527-908F36FD5917}"/>
                </a:ext>
              </a:extLst>
            </p:cNvPr>
            <p:cNvPicPr preferRelativeResize="0"/>
            <p:nvPr/>
          </p:nvPicPr>
          <p:blipFill rotWithShape="1">
            <a:blip r:embed="rId2">
              <a:alphaModFix amt="29000"/>
            </a:blip>
            <a:srcRect t="140" b="43663"/>
            <a:stretch/>
          </p:blipFill>
          <p:spPr>
            <a:xfrm>
              <a:off x="0" y="4370576"/>
              <a:ext cx="3046476" cy="772925"/>
            </a:xfrm>
            <a:prstGeom prst="rect">
              <a:avLst/>
            </a:prstGeom>
            <a:noFill/>
            <a:ln>
              <a:noFill/>
            </a:ln>
          </p:spPr>
        </p:pic>
        <p:pic>
          <p:nvPicPr>
            <p:cNvPr id="6" name="Google Shape;85;p17">
              <a:extLst>
                <a:ext uri="{FF2B5EF4-FFF2-40B4-BE49-F238E27FC236}">
                  <a16:creationId xmlns:a16="http://schemas.microsoft.com/office/drawing/2014/main" id="{88FF78F3-6BD5-3CD8-7E24-AC5B8B0B2198}"/>
                </a:ext>
              </a:extLst>
            </p:cNvPr>
            <p:cNvPicPr preferRelativeResize="0"/>
            <p:nvPr/>
          </p:nvPicPr>
          <p:blipFill rotWithShape="1">
            <a:blip r:embed="rId3">
              <a:alphaModFix amt="29000"/>
            </a:blip>
            <a:srcRect t="140" b="43663"/>
            <a:stretch/>
          </p:blipFill>
          <p:spPr>
            <a:xfrm>
              <a:off x="3051050" y="4370576"/>
              <a:ext cx="3046476" cy="772925"/>
            </a:xfrm>
            <a:prstGeom prst="rect">
              <a:avLst/>
            </a:prstGeom>
            <a:noFill/>
            <a:ln>
              <a:noFill/>
            </a:ln>
          </p:spPr>
        </p:pic>
        <p:pic>
          <p:nvPicPr>
            <p:cNvPr id="7" name="Google Shape;86;p17">
              <a:extLst>
                <a:ext uri="{FF2B5EF4-FFF2-40B4-BE49-F238E27FC236}">
                  <a16:creationId xmlns:a16="http://schemas.microsoft.com/office/drawing/2014/main" id="{1E93081A-A166-4B47-EDA2-218D8302C989}"/>
                </a:ext>
              </a:extLst>
            </p:cNvPr>
            <p:cNvPicPr preferRelativeResize="0"/>
            <p:nvPr/>
          </p:nvPicPr>
          <p:blipFill rotWithShape="1">
            <a:blip r:embed="rId4">
              <a:alphaModFix amt="29000"/>
            </a:blip>
            <a:srcRect t="140" b="43663"/>
            <a:stretch/>
          </p:blipFill>
          <p:spPr>
            <a:xfrm>
              <a:off x="6097525" y="4370576"/>
              <a:ext cx="3046476" cy="772925"/>
            </a:xfrm>
            <a:prstGeom prst="rect">
              <a:avLst/>
            </a:prstGeom>
            <a:noFill/>
            <a:ln>
              <a:noFill/>
            </a:ln>
          </p:spPr>
        </p:pic>
      </p:grpSp>
      <p:sp>
        <p:nvSpPr>
          <p:cNvPr id="10" name="Google Shape;56;p14">
            <a:extLst>
              <a:ext uri="{FF2B5EF4-FFF2-40B4-BE49-F238E27FC236}">
                <a16:creationId xmlns:a16="http://schemas.microsoft.com/office/drawing/2014/main" id="{54A620E0-8621-EF0A-18C0-D38A782004A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41217D6D-701F-993A-5525-3D604CE89947}"/>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8" name="TextBox 17">
            <a:extLst>
              <a:ext uri="{FF2B5EF4-FFF2-40B4-BE49-F238E27FC236}">
                <a16:creationId xmlns:a16="http://schemas.microsoft.com/office/drawing/2014/main" id="{E1141377-35BA-F37A-3C19-EE359310027F}"/>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9" name="Google Shape;150;p23">
            <a:extLst>
              <a:ext uri="{FF2B5EF4-FFF2-40B4-BE49-F238E27FC236}">
                <a16:creationId xmlns:a16="http://schemas.microsoft.com/office/drawing/2014/main" id="{051002B5-CE90-971D-6FC1-D35D64D5494F}"/>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 name="Google Shape;83;p17">
            <a:extLst>
              <a:ext uri="{FF2B5EF4-FFF2-40B4-BE49-F238E27FC236}">
                <a16:creationId xmlns:a16="http://schemas.microsoft.com/office/drawing/2014/main" id="{8E990998-ED66-9BFF-4AD1-B1916E7564F8}"/>
              </a:ext>
            </a:extLst>
          </p:cNvPr>
          <p:cNvGrpSpPr/>
          <p:nvPr userDrawn="1"/>
        </p:nvGrpSpPr>
        <p:grpSpPr>
          <a:xfrm>
            <a:off x="0" y="4370576"/>
            <a:ext cx="9144001" cy="772925"/>
            <a:chOff x="0" y="4370576"/>
            <a:chExt cx="9144001" cy="772925"/>
          </a:xfrm>
        </p:grpSpPr>
        <p:pic>
          <p:nvPicPr>
            <p:cNvPr id="21" name="Google Shape;84;p17">
              <a:extLst>
                <a:ext uri="{FF2B5EF4-FFF2-40B4-BE49-F238E27FC236}">
                  <a16:creationId xmlns:a16="http://schemas.microsoft.com/office/drawing/2014/main" id="{2B13A487-2B8D-CD1E-2C43-7B1152EBF3F5}"/>
                </a:ext>
              </a:extLst>
            </p:cNvPr>
            <p:cNvPicPr preferRelativeResize="0"/>
            <p:nvPr/>
          </p:nvPicPr>
          <p:blipFill rotWithShape="1">
            <a:blip r:embed="rId2">
              <a:alphaModFix amt="29000"/>
            </a:blip>
            <a:srcRect t="140" b="43663"/>
            <a:stretch/>
          </p:blipFill>
          <p:spPr>
            <a:xfrm>
              <a:off x="0" y="4370576"/>
              <a:ext cx="3046476" cy="772925"/>
            </a:xfrm>
            <a:prstGeom prst="rect">
              <a:avLst/>
            </a:prstGeom>
            <a:noFill/>
            <a:ln>
              <a:noFill/>
            </a:ln>
          </p:spPr>
        </p:pic>
        <p:pic>
          <p:nvPicPr>
            <p:cNvPr id="22" name="Google Shape;85;p17">
              <a:extLst>
                <a:ext uri="{FF2B5EF4-FFF2-40B4-BE49-F238E27FC236}">
                  <a16:creationId xmlns:a16="http://schemas.microsoft.com/office/drawing/2014/main" id="{5E2C3AC3-E8A1-DA54-7647-782F5B3DC14B}"/>
                </a:ext>
              </a:extLst>
            </p:cNvPr>
            <p:cNvPicPr preferRelativeResize="0"/>
            <p:nvPr/>
          </p:nvPicPr>
          <p:blipFill rotWithShape="1">
            <a:blip r:embed="rId3">
              <a:alphaModFix amt="29000"/>
            </a:blip>
            <a:srcRect t="140" b="43663"/>
            <a:stretch/>
          </p:blipFill>
          <p:spPr>
            <a:xfrm>
              <a:off x="3051050" y="4370576"/>
              <a:ext cx="3046476" cy="772925"/>
            </a:xfrm>
            <a:prstGeom prst="rect">
              <a:avLst/>
            </a:prstGeom>
            <a:noFill/>
            <a:ln>
              <a:noFill/>
            </a:ln>
          </p:spPr>
        </p:pic>
        <p:pic>
          <p:nvPicPr>
            <p:cNvPr id="23" name="Google Shape;86;p17">
              <a:extLst>
                <a:ext uri="{FF2B5EF4-FFF2-40B4-BE49-F238E27FC236}">
                  <a16:creationId xmlns:a16="http://schemas.microsoft.com/office/drawing/2014/main" id="{FE37C141-1978-AB38-D3CF-5CD76FDC4227}"/>
                </a:ext>
              </a:extLst>
            </p:cNvPr>
            <p:cNvPicPr preferRelativeResize="0"/>
            <p:nvPr/>
          </p:nvPicPr>
          <p:blipFill rotWithShape="1">
            <a:blip r:embed="rId4">
              <a:alphaModFix amt="29000"/>
            </a:blip>
            <a:srcRect t="140" b="43663"/>
            <a:stretch/>
          </p:blipFill>
          <p:spPr>
            <a:xfrm>
              <a:off x="6097525" y="4370576"/>
              <a:ext cx="3046476" cy="772925"/>
            </a:xfrm>
            <a:prstGeom prst="rect">
              <a:avLst/>
            </a:prstGeom>
            <a:noFill/>
            <a:ln>
              <a:noFill/>
            </a:ln>
          </p:spPr>
        </p:pic>
      </p:grpSp>
      <p:sp>
        <p:nvSpPr>
          <p:cNvPr id="24" name="Google Shape;56;p14">
            <a:extLst>
              <a:ext uri="{FF2B5EF4-FFF2-40B4-BE49-F238E27FC236}">
                <a16:creationId xmlns:a16="http://schemas.microsoft.com/office/drawing/2014/main" id="{339ADFAA-BDDF-BD34-C197-19C0E0CFF7A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60;p14">
            <a:extLst>
              <a:ext uri="{FF2B5EF4-FFF2-40B4-BE49-F238E27FC236}">
                <a16:creationId xmlns:a16="http://schemas.microsoft.com/office/drawing/2014/main" id="{380DE53C-9A22-F055-5C50-EA25D75F7EE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6" name="TextBox 25">
            <a:extLst>
              <a:ext uri="{FF2B5EF4-FFF2-40B4-BE49-F238E27FC236}">
                <a16:creationId xmlns:a16="http://schemas.microsoft.com/office/drawing/2014/main" id="{38D754A8-E591-7ED2-1D84-673ABCE99F6D}"/>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7" name="Google Shape;150;p23">
            <a:extLst>
              <a:ext uri="{FF2B5EF4-FFF2-40B4-BE49-F238E27FC236}">
                <a16:creationId xmlns:a16="http://schemas.microsoft.com/office/drawing/2014/main" id="{5D23803E-5FF3-3DAA-01FF-3BB2651254FF}"/>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71036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Multi-use layout w/ Dotted Arrows">
    <p:spTree>
      <p:nvGrpSpPr>
        <p:cNvPr id="1" name=""/>
        <p:cNvGrpSpPr/>
        <p:nvPr/>
      </p:nvGrpSpPr>
      <p:grpSpPr>
        <a:xfrm>
          <a:off x="0" y="0"/>
          <a:ext cx="0" cy="0"/>
          <a:chOff x="0" y="0"/>
          <a:chExt cx="0" cy="0"/>
        </a:xfrm>
      </p:grpSpPr>
      <p:pic>
        <p:nvPicPr>
          <p:cNvPr id="3" name="Google Shape;95;p18">
            <a:extLst>
              <a:ext uri="{FF2B5EF4-FFF2-40B4-BE49-F238E27FC236}">
                <a16:creationId xmlns:a16="http://schemas.microsoft.com/office/drawing/2014/main" id="{03B0C888-0540-C555-9C13-EB6D2DBFEC45}"/>
              </a:ext>
            </a:extLst>
          </p:cNvPr>
          <p:cNvPicPr preferRelativeResize="0"/>
          <p:nvPr/>
        </p:nvPicPr>
        <p:blipFill rotWithShape="1">
          <a:blip r:embed="rId2">
            <a:alphaModFix/>
          </a:blip>
          <a:srcRect l="22839"/>
          <a:stretch/>
        </p:blipFill>
        <p:spPr>
          <a:xfrm flipH="1">
            <a:off x="7782375" y="2935675"/>
            <a:ext cx="1368150" cy="1931223"/>
          </a:xfrm>
          <a:prstGeom prst="rect">
            <a:avLst/>
          </a:prstGeom>
          <a:noFill/>
          <a:ln>
            <a:noFill/>
          </a:ln>
        </p:spPr>
      </p:pic>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719A20F0-86D7-3CAD-C7E5-4754BB5C30CE}"/>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150;p23">
            <a:extLst>
              <a:ext uri="{FF2B5EF4-FFF2-40B4-BE49-F238E27FC236}">
                <a16:creationId xmlns:a16="http://schemas.microsoft.com/office/drawing/2014/main" id="{1D88B5BC-6068-EFDF-5C33-7F7209964012}"/>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1EAF51E6-96EF-B3C1-4DA3-17930BAB512B}"/>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2D475D88-D31F-F168-E0A5-0187D2500A66}"/>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pic>
        <p:nvPicPr>
          <p:cNvPr id="2" name="Google Shape;95;p18">
            <a:extLst>
              <a:ext uri="{FF2B5EF4-FFF2-40B4-BE49-F238E27FC236}">
                <a16:creationId xmlns:a16="http://schemas.microsoft.com/office/drawing/2014/main" id="{DDF70A2E-4B81-520D-2696-A211A745FC65}"/>
              </a:ext>
            </a:extLst>
          </p:cNvPr>
          <p:cNvPicPr preferRelativeResize="0"/>
          <p:nvPr/>
        </p:nvPicPr>
        <p:blipFill rotWithShape="1">
          <a:blip r:embed="rId2">
            <a:alphaModFix/>
          </a:blip>
          <a:srcRect l="22839"/>
          <a:stretch/>
        </p:blipFill>
        <p:spPr>
          <a:xfrm flipH="1">
            <a:off x="7782375" y="2935675"/>
            <a:ext cx="1368150" cy="1931223"/>
          </a:xfrm>
          <a:prstGeom prst="rect">
            <a:avLst/>
          </a:prstGeom>
          <a:noFill/>
          <a:ln>
            <a:noFill/>
          </a:ln>
        </p:spPr>
      </p:pic>
      <p:sp>
        <p:nvSpPr>
          <p:cNvPr id="6" name="Google Shape;56;p14">
            <a:extLst>
              <a:ext uri="{FF2B5EF4-FFF2-40B4-BE49-F238E27FC236}">
                <a16:creationId xmlns:a16="http://schemas.microsoft.com/office/drawing/2014/main" id="{38A5A699-749C-5C00-351D-F22889C7CE37}"/>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8B1812A5-B717-F67C-6EC3-EE53EEE7C93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2" name="TextBox 11">
            <a:extLst>
              <a:ext uri="{FF2B5EF4-FFF2-40B4-BE49-F238E27FC236}">
                <a16:creationId xmlns:a16="http://schemas.microsoft.com/office/drawing/2014/main" id="{DCF753DD-D1B7-0923-287A-CFB849DCFCD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B7BFA55B-9F7C-4B67-AA6B-D7FCA50E97BE}"/>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 name="Google Shape;95;p18">
            <a:extLst>
              <a:ext uri="{FF2B5EF4-FFF2-40B4-BE49-F238E27FC236}">
                <a16:creationId xmlns:a16="http://schemas.microsoft.com/office/drawing/2014/main" id="{CDF8F840-FDF8-66EC-B9CE-2A2094CCA980}"/>
              </a:ext>
            </a:extLst>
          </p:cNvPr>
          <p:cNvPicPr preferRelativeResize="0"/>
          <p:nvPr userDrawn="1"/>
        </p:nvPicPr>
        <p:blipFill rotWithShape="1">
          <a:blip r:embed="rId2">
            <a:alphaModFix/>
          </a:blip>
          <a:srcRect l="22839"/>
          <a:stretch/>
        </p:blipFill>
        <p:spPr>
          <a:xfrm flipH="1">
            <a:off x="7782375" y="2935675"/>
            <a:ext cx="1368150" cy="1931223"/>
          </a:xfrm>
          <a:prstGeom prst="rect">
            <a:avLst/>
          </a:prstGeom>
          <a:noFill/>
          <a:ln>
            <a:noFill/>
          </a:ln>
        </p:spPr>
      </p:pic>
      <p:sp>
        <p:nvSpPr>
          <p:cNvPr id="15" name="Google Shape;56;p14">
            <a:extLst>
              <a:ext uri="{FF2B5EF4-FFF2-40B4-BE49-F238E27FC236}">
                <a16:creationId xmlns:a16="http://schemas.microsoft.com/office/drawing/2014/main" id="{344E9A5F-674F-B3D6-71D3-1239DAD7D91B}"/>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 name="Google Shape;60;p14">
            <a:extLst>
              <a:ext uri="{FF2B5EF4-FFF2-40B4-BE49-F238E27FC236}">
                <a16:creationId xmlns:a16="http://schemas.microsoft.com/office/drawing/2014/main" id="{2F8CDAF2-8AA8-5315-AD0C-C1CEFEE347E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FCE6E4EF-8BCA-6836-4E93-D89B8500E190}"/>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4436CE4F-8CCB-A721-21E2-A16522FC303C}"/>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03435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ne Column Layou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AE7206-111E-8E74-8715-88893424E81D}"/>
              </a:ext>
            </a:extLst>
          </p:cNvPr>
          <p:cNvSpPr>
            <a:spLocks noGrp="1"/>
          </p:cNvSpPr>
          <p:nvPr>
            <p:ph sz="quarter" idx="15"/>
          </p:nvPr>
        </p:nvSpPr>
        <p:spPr>
          <a:xfrm>
            <a:off x="354558" y="1417638"/>
            <a:ext cx="6134100"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6D19F60-AD96-2D2F-3EC1-2676A02D610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6103EABF-71D4-1CAA-6899-A91B4F1FE7D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730ED7E6-15CD-1C84-CF70-B773B2CEF89B}"/>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C9E5113C-6037-0A13-4702-85D31C1F71CE}"/>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Google Shape;56;p14">
            <a:extLst>
              <a:ext uri="{FF2B5EF4-FFF2-40B4-BE49-F238E27FC236}">
                <a16:creationId xmlns:a16="http://schemas.microsoft.com/office/drawing/2014/main" id="{8A4BA11C-79A1-A415-4A67-8D622F98A2F3}"/>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790A9726-AAAD-549A-E448-1F64ACFF6C13}"/>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5" name="TextBox 4">
            <a:extLst>
              <a:ext uri="{FF2B5EF4-FFF2-40B4-BE49-F238E27FC236}">
                <a16:creationId xmlns:a16="http://schemas.microsoft.com/office/drawing/2014/main" id="{39CC6C9B-1514-71A7-8EE1-366A41F87DF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6" name="Google Shape;150;p23">
            <a:extLst>
              <a:ext uri="{FF2B5EF4-FFF2-40B4-BE49-F238E27FC236}">
                <a16:creationId xmlns:a16="http://schemas.microsoft.com/office/drawing/2014/main" id="{8B5A0105-05D6-4881-0CC3-EDEED23F1994}"/>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6;p14">
            <a:extLst>
              <a:ext uri="{FF2B5EF4-FFF2-40B4-BE49-F238E27FC236}">
                <a16:creationId xmlns:a16="http://schemas.microsoft.com/office/drawing/2014/main" id="{DB9B723B-0128-26C1-C4B8-1F0F4FDBC972}"/>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7A80A74E-5569-B786-1853-CC257A485248}"/>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4" name="TextBox 13">
            <a:extLst>
              <a:ext uri="{FF2B5EF4-FFF2-40B4-BE49-F238E27FC236}">
                <a16:creationId xmlns:a16="http://schemas.microsoft.com/office/drawing/2014/main" id="{3C36EB36-8D85-88C2-5D0E-4B558F5F9FCA}"/>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Google Shape;150;p23">
            <a:extLst>
              <a:ext uri="{FF2B5EF4-FFF2-40B4-BE49-F238E27FC236}">
                <a16:creationId xmlns:a16="http://schemas.microsoft.com/office/drawing/2014/main" id="{0A72A949-B6A4-D3B5-BBEC-02C5FE3D318F}"/>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765890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One Column Layout_image">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6D19F60-AD96-2D2F-3EC1-2676A02D610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6103EABF-71D4-1CAA-6899-A91B4F1FE7D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730ED7E6-15CD-1C84-CF70-B773B2CEF89B}"/>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C9E5113C-6037-0A13-4702-85D31C1F71CE}"/>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6">
            <a:extLst>
              <a:ext uri="{FF2B5EF4-FFF2-40B4-BE49-F238E27FC236}">
                <a16:creationId xmlns:a16="http://schemas.microsoft.com/office/drawing/2014/main" id="{CFADCA40-D16E-9257-54E2-B895AD6CCFB6}"/>
              </a:ext>
            </a:extLst>
          </p:cNvPr>
          <p:cNvSpPr>
            <a:spLocks noGrp="1"/>
          </p:cNvSpPr>
          <p:nvPr>
            <p:ph sz="quarter" idx="10" hasCustomPrompt="1"/>
          </p:nvPr>
        </p:nvSpPr>
        <p:spPr>
          <a:xfrm>
            <a:off x="4686300" y="1417298"/>
            <a:ext cx="4038600" cy="3288052"/>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3" name="Content Placeholder 2">
            <a:extLst>
              <a:ext uri="{FF2B5EF4-FFF2-40B4-BE49-F238E27FC236}">
                <a16:creationId xmlns:a16="http://schemas.microsoft.com/office/drawing/2014/main" id="{3A6E3AF0-85EA-67AC-5A6A-F7B588F6CE4F}"/>
              </a:ext>
            </a:extLst>
          </p:cNvPr>
          <p:cNvSpPr>
            <a:spLocks noGrp="1"/>
          </p:cNvSpPr>
          <p:nvPr>
            <p:ph sz="quarter" idx="15"/>
          </p:nvPr>
        </p:nvSpPr>
        <p:spPr>
          <a:xfrm>
            <a:off x="354559" y="1417638"/>
            <a:ext cx="4000502"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Google Shape;56;p14">
            <a:extLst>
              <a:ext uri="{FF2B5EF4-FFF2-40B4-BE49-F238E27FC236}">
                <a16:creationId xmlns:a16="http://schemas.microsoft.com/office/drawing/2014/main" id="{02A30053-F9BE-6C74-8159-F7CEC44C9458}"/>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F6F912F1-CEE1-ACFC-31DC-9DDAE1A1A028}"/>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6" name="TextBox 5">
            <a:extLst>
              <a:ext uri="{FF2B5EF4-FFF2-40B4-BE49-F238E27FC236}">
                <a16:creationId xmlns:a16="http://schemas.microsoft.com/office/drawing/2014/main" id="{95259916-6B51-696A-298B-52C9B3E5407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1" name="Google Shape;150;p23">
            <a:extLst>
              <a:ext uri="{FF2B5EF4-FFF2-40B4-BE49-F238E27FC236}">
                <a16:creationId xmlns:a16="http://schemas.microsoft.com/office/drawing/2014/main" id="{13489379-00F9-EB44-9FDD-A21006CFC0C4}"/>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6;p14">
            <a:extLst>
              <a:ext uri="{FF2B5EF4-FFF2-40B4-BE49-F238E27FC236}">
                <a16:creationId xmlns:a16="http://schemas.microsoft.com/office/drawing/2014/main" id="{29D8D9DA-CB44-4118-7070-2A802AB21B6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3DC34F9F-FB7E-AF66-55C7-4BA2B2C257B9}"/>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6" name="TextBox 15">
            <a:extLst>
              <a:ext uri="{FF2B5EF4-FFF2-40B4-BE49-F238E27FC236}">
                <a16:creationId xmlns:a16="http://schemas.microsoft.com/office/drawing/2014/main" id="{571BAAE7-C736-35C4-4B3A-61169EC6102E}"/>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Google Shape;150;p23">
            <a:extLst>
              <a:ext uri="{FF2B5EF4-FFF2-40B4-BE49-F238E27FC236}">
                <a16:creationId xmlns:a16="http://schemas.microsoft.com/office/drawing/2014/main" id="{AA17DE53-16EB-88DF-E288-2B6F96140A2B}"/>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7355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wo Column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F2562AB0-2C2A-E4DE-D135-FE457A8254C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Title 1">
            <a:extLst>
              <a:ext uri="{FF2B5EF4-FFF2-40B4-BE49-F238E27FC236}">
                <a16:creationId xmlns:a16="http://schemas.microsoft.com/office/drawing/2014/main" id="{DC2586E7-99A1-1FA6-3303-D3BD6DF82FB2}"/>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7" name="Google Shape;58;p14">
            <a:extLst>
              <a:ext uri="{FF2B5EF4-FFF2-40B4-BE49-F238E27FC236}">
                <a16:creationId xmlns:a16="http://schemas.microsoft.com/office/drawing/2014/main" id="{6BFE870A-5F41-223D-D1F6-7F9996682487}"/>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2">
            <a:extLst>
              <a:ext uri="{FF2B5EF4-FFF2-40B4-BE49-F238E27FC236}">
                <a16:creationId xmlns:a16="http://schemas.microsoft.com/office/drawing/2014/main" id="{DC0A53BB-4BFA-5028-7BF6-B3B8EC5A9BF4}"/>
              </a:ext>
            </a:extLst>
          </p:cNvPr>
          <p:cNvSpPr>
            <a:spLocks noGrp="1"/>
          </p:cNvSpPr>
          <p:nvPr>
            <p:ph sz="quarter" idx="16"/>
          </p:nvPr>
        </p:nvSpPr>
        <p:spPr>
          <a:xfrm>
            <a:off x="354559" y="1417638"/>
            <a:ext cx="4000502"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2">
            <a:extLst>
              <a:ext uri="{FF2B5EF4-FFF2-40B4-BE49-F238E27FC236}">
                <a16:creationId xmlns:a16="http://schemas.microsoft.com/office/drawing/2014/main" id="{C54F6331-3B9D-C7BA-48C7-A73E9440A6E3}"/>
              </a:ext>
            </a:extLst>
          </p:cNvPr>
          <p:cNvSpPr>
            <a:spLocks noGrp="1"/>
          </p:cNvSpPr>
          <p:nvPr>
            <p:ph sz="quarter" idx="17"/>
          </p:nvPr>
        </p:nvSpPr>
        <p:spPr>
          <a:xfrm>
            <a:off x="4686299" y="1417298"/>
            <a:ext cx="4038599"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Google Shape;56;p14">
            <a:extLst>
              <a:ext uri="{FF2B5EF4-FFF2-40B4-BE49-F238E27FC236}">
                <a16:creationId xmlns:a16="http://schemas.microsoft.com/office/drawing/2014/main" id="{57A81272-0B0D-7EA8-C67A-BC676EC74A46}"/>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ED7AF5AF-771A-D5BB-DABB-C26A2FC3F87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7CC7323E-7767-47C9-AD08-E60D04A34FA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9F911B4E-6E94-8EC5-A12C-03C8DD615B70}"/>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6;p14">
            <a:extLst>
              <a:ext uri="{FF2B5EF4-FFF2-40B4-BE49-F238E27FC236}">
                <a16:creationId xmlns:a16="http://schemas.microsoft.com/office/drawing/2014/main" id="{03B84F34-4663-0C55-7ACC-E2AFFD6FFC6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CD534A47-839D-FC61-1857-7E5289376251}"/>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6" name="TextBox 15">
            <a:extLst>
              <a:ext uri="{FF2B5EF4-FFF2-40B4-BE49-F238E27FC236}">
                <a16:creationId xmlns:a16="http://schemas.microsoft.com/office/drawing/2014/main" id="{21C7578E-F73F-348C-B3E7-5F8B63EDECAB}"/>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Google Shape;150;p23">
            <a:extLst>
              <a:ext uri="{FF2B5EF4-FFF2-40B4-BE49-F238E27FC236}">
                <a16:creationId xmlns:a16="http://schemas.microsoft.com/office/drawing/2014/main" id="{6BE7478B-E68B-86A9-3136-AC59AE375D91}"/>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58911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lumn Layout w/ Titles">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Content Placeholder 13">
            <a:extLst>
              <a:ext uri="{FF2B5EF4-FFF2-40B4-BE49-F238E27FC236}">
                <a16:creationId xmlns:a16="http://schemas.microsoft.com/office/drawing/2014/main" id="{E616F3B1-E663-A9DF-9131-45660F7FCDCC}"/>
              </a:ext>
            </a:extLst>
          </p:cNvPr>
          <p:cNvSpPr>
            <a:spLocks noGrp="1"/>
          </p:cNvSpPr>
          <p:nvPr>
            <p:ph sz="quarter" idx="17"/>
          </p:nvPr>
        </p:nvSpPr>
        <p:spPr>
          <a:xfrm>
            <a:off x="354558" y="1346357"/>
            <a:ext cx="4014908"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7" name="Content Placeholder 13">
            <a:extLst>
              <a:ext uri="{FF2B5EF4-FFF2-40B4-BE49-F238E27FC236}">
                <a16:creationId xmlns:a16="http://schemas.microsoft.com/office/drawing/2014/main" id="{F2438672-D28B-4F9B-886C-CE292E9642E5}"/>
              </a:ext>
            </a:extLst>
          </p:cNvPr>
          <p:cNvSpPr>
            <a:spLocks noGrp="1"/>
          </p:cNvSpPr>
          <p:nvPr>
            <p:ph sz="quarter" idx="18"/>
          </p:nvPr>
        </p:nvSpPr>
        <p:spPr>
          <a:xfrm>
            <a:off x="4690138" y="1346357"/>
            <a:ext cx="4034761"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8" name="Google Shape;150;p23">
            <a:extLst>
              <a:ext uri="{FF2B5EF4-FFF2-40B4-BE49-F238E27FC236}">
                <a16:creationId xmlns:a16="http://schemas.microsoft.com/office/drawing/2014/main" id="{0BC63F7D-82A0-CBDC-D115-1AAFC01BC11F}"/>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Title 1">
            <a:extLst>
              <a:ext uri="{FF2B5EF4-FFF2-40B4-BE49-F238E27FC236}">
                <a16:creationId xmlns:a16="http://schemas.microsoft.com/office/drawing/2014/main" id="{8A5DB8A7-4AAA-D584-DD95-6AC1BEA53636}"/>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7" name="Google Shape;58;p14">
            <a:extLst>
              <a:ext uri="{FF2B5EF4-FFF2-40B4-BE49-F238E27FC236}">
                <a16:creationId xmlns:a16="http://schemas.microsoft.com/office/drawing/2014/main" id="{25056249-D4CC-B0C4-7638-C51976B5A9BF}"/>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3" name="Content Placeholder 2">
            <a:extLst>
              <a:ext uri="{FF2B5EF4-FFF2-40B4-BE49-F238E27FC236}">
                <a16:creationId xmlns:a16="http://schemas.microsoft.com/office/drawing/2014/main" id="{06BE0279-1EAC-5CF5-CE87-124102BB9F4E}"/>
              </a:ext>
            </a:extLst>
          </p:cNvPr>
          <p:cNvSpPr>
            <a:spLocks noGrp="1"/>
          </p:cNvSpPr>
          <p:nvPr>
            <p:ph sz="quarter" idx="16"/>
          </p:nvPr>
        </p:nvSpPr>
        <p:spPr>
          <a:xfrm>
            <a:off x="354558" y="1741730"/>
            <a:ext cx="4000502" cy="2963619"/>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2">
            <a:extLst>
              <a:ext uri="{FF2B5EF4-FFF2-40B4-BE49-F238E27FC236}">
                <a16:creationId xmlns:a16="http://schemas.microsoft.com/office/drawing/2014/main" id="{956A83AF-5618-0645-9CE7-56FB178E5009}"/>
              </a:ext>
            </a:extLst>
          </p:cNvPr>
          <p:cNvSpPr>
            <a:spLocks noGrp="1"/>
          </p:cNvSpPr>
          <p:nvPr>
            <p:ph sz="quarter" idx="19"/>
          </p:nvPr>
        </p:nvSpPr>
        <p:spPr>
          <a:xfrm>
            <a:off x="4686300" y="1741390"/>
            <a:ext cx="4038599" cy="2963619"/>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06B5ED86-1747-0309-4FE5-9B80636FD945}"/>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D1DC2C10-6939-2808-229F-5078843CB22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18231CB4-9FF2-267C-39E0-44DA97F8C43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6F167926-D354-37E5-1232-F5842862CDE7}"/>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6;p14">
            <a:extLst>
              <a:ext uri="{FF2B5EF4-FFF2-40B4-BE49-F238E27FC236}">
                <a16:creationId xmlns:a16="http://schemas.microsoft.com/office/drawing/2014/main" id="{AB04B415-3D02-C2E3-1593-1E07F2E05E6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EE13F9F8-AAF9-E77D-DE61-8F9F63420B6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5" name="TextBox 14">
            <a:extLst>
              <a:ext uri="{FF2B5EF4-FFF2-40B4-BE49-F238E27FC236}">
                <a16:creationId xmlns:a16="http://schemas.microsoft.com/office/drawing/2014/main" id="{28D84BF3-8345-E0C7-3904-6736839760E0}"/>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9" name="Google Shape;150;p23">
            <a:extLst>
              <a:ext uri="{FF2B5EF4-FFF2-40B4-BE49-F238E27FC236}">
                <a16:creationId xmlns:a16="http://schemas.microsoft.com/office/drawing/2014/main" id="{1E2BEE14-A195-BDC6-EB10-0BD1656B7E74}"/>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02339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wo Column +image">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BC94D15-DA55-0A94-A624-764033AF1767}"/>
              </a:ext>
            </a:extLst>
          </p:cNvPr>
          <p:cNvSpPr>
            <a:spLocks noGrp="1"/>
          </p:cNvSpPr>
          <p:nvPr>
            <p:ph sz="quarter" idx="18"/>
          </p:nvPr>
        </p:nvSpPr>
        <p:spPr>
          <a:xfrm>
            <a:off x="354558" y="1414463"/>
            <a:ext cx="2578958"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2">
            <a:extLst>
              <a:ext uri="{FF2B5EF4-FFF2-40B4-BE49-F238E27FC236}">
                <a16:creationId xmlns:a16="http://schemas.microsoft.com/office/drawing/2014/main" id="{56874374-02FD-810C-7DE6-2238086673A1}"/>
              </a:ext>
            </a:extLst>
          </p:cNvPr>
          <p:cNvSpPr>
            <a:spLocks noGrp="1"/>
          </p:cNvSpPr>
          <p:nvPr>
            <p:ph sz="quarter" idx="19"/>
          </p:nvPr>
        </p:nvSpPr>
        <p:spPr>
          <a:xfrm>
            <a:off x="3184114" y="1414463"/>
            <a:ext cx="2682144"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F5EB19C4-8C05-9D47-ECB4-5F028060DAC9}"/>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5E0DB5C6-EFB4-2DA6-52E3-29AFDB2C83E5}"/>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ED42C494-7245-E368-BA28-1C37B04D4F12}"/>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6">
            <a:extLst>
              <a:ext uri="{FF2B5EF4-FFF2-40B4-BE49-F238E27FC236}">
                <a16:creationId xmlns:a16="http://schemas.microsoft.com/office/drawing/2014/main" id="{7505ACA3-134F-4318-69FC-79B44FA2BA05}"/>
              </a:ext>
            </a:extLst>
          </p:cNvPr>
          <p:cNvSpPr>
            <a:spLocks noGrp="1"/>
          </p:cNvSpPr>
          <p:nvPr>
            <p:ph sz="quarter" idx="10" hasCustomPrompt="1"/>
          </p:nvPr>
        </p:nvSpPr>
        <p:spPr>
          <a:xfrm>
            <a:off x="6116857" y="1417298"/>
            <a:ext cx="2608042" cy="3288052"/>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3" name="Google Shape;56;p14">
            <a:extLst>
              <a:ext uri="{FF2B5EF4-FFF2-40B4-BE49-F238E27FC236}">
                <a16:creationId xmlns:a16="http://schemas.microsoft.com/office/drawing/2014/main" id="{1C2A9179-09F5-169A-AC69-C9403D5A139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661AEE39-F633-3F6C-1ABD-151C26156E80}"/>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6" name="TextBox 5">
            <a:extLst>
              <a:ext uri="{FF2B5EF4-FFF2-40B4-BE49-F238E27FC236}">
                <a16:creationId xmlns:a16="http://schemas.microsoft.com/office/drawing/2014/main" id="{1F669994-0960-CEAE-0CF2-CE73419BE7A7}"/>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4" name="Google Shape;150;p23">
            <a:extLst>
              <a:ext uri="{FF2B5EF4-FFF2-40B4-BE49-F238E27FC236}">
                <a16:creationId xmlns:a16="http://schemas.microsoft.com/office/drawing/2014/main" id="{53F8D4D6-1C9B-B4CD-8AF2-79D8614B324D}"/>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56;p14">
            <a:extLst>
              <a:ext uri="{FF2B5EF4-FFF2-40B4-BE49-F238E27FC236}">
                <a16:creationId xmlns:a16="http://schemas.microsoft.com/office/drawing/2014/main" id="{AA8C11D4-CB8C-E542-CC5F-8F794C87AADB}"/>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 name="Google Shape;60;p14">
            <a:extLst>
              <a:ext uri="{FF2B5EF4-FFF2-40B4-BE49-F238E27FC236}">
                <a16:creationId xmlns:a16="http://schemas.microsoft.com/office/drawing/2014/main" id="{BAE109D5-14D1-974B-F50A-D9D3B43E7D3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63D627E2-37C3-525E-838F-1E83BCB2D3C5}"/>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392DB415-F172-8B06-81C9-291F4EA98E78}"/>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628229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hree Column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F5EB19C4-8C05-9D47-ECB4-5F028060DAC9}"/>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5E0DB5C6-EFB4-2DA6-52E3-29AFDB2C83E5}"/>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ED42C494-7245-E368-BA28-1C37B04D4F12}"/>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2">
            <a:extLst>
              <a:ext uri="{FF2B5EF4-FFF2-40B4-BE49-F238E27FC236}">
                <a16:creationId xmlns:a16="http://schemas.microsoft.com/office/drawing/2014/main" id="{5A0E17D0-FB89-4ABE-A559-395814A714B3}"/>
              </a:ext>
            </a:extLst>
          </p:cNvPr>
          <p:cNvSpPr>
            <a:spLocks noGrp="1"/>
          </p:cNvSpPr>
          <p:nvPr>
            <p:ph sz="quarter" idx="19"/>
          </p:nvPr>
        </p:nvSpPr>
        <p:spPr>
          <a:xfrm>
            <a:off x="354558" y="1416357"/>
            <a:ext cx="2578958"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2">
            <a:extLst>
              <a:ext uri="{FF2B5EF4-FFF2-40B4-BE49-F238E27FC236}">
                <a16:creationId xmlns:a16="http://schemas.microsoft.com/office/drawing/2014/main" id="{D999F8D7-3483-C258-2B50-74CCF4D42F44}"/>
              </a:ext>
            </a:extLst>
          </p:cNvPr>
          <p:cNvSpPr>
            <a:spLocks noGrp="1"/>
          </p:cNvSpPr>
          <p:nvPr>
            <p:ph sz="quarter" idx="20"/>
          </p:nvPr>
        </p:nvSpPr>
        <p:spPr>
          <a:xfrm>
            <a:off x="3179607" y="1416357"/>
            <a:ext cx="2682144"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2">
            <a:extLst>
              <a:ext uri="{FF2B5EF4-FFF2-40B4-BE49-F238E27FC236}">
                <a16:creationId xmlns:a16="http://schemas.microsoft.com/office/drawing/2014/main" id="{AF3EA4A7-FF2A-02C9-D9F7-4E7B48069A1A}"/>
              </a:ext>
            </a:extLst>
          </p:cNvPr>
          <p:cNvSpPr>
            <a:spLocks noGrp="1"/>
          </p:cNvSpPr>
          <p:nvPr>
            <p:ph sz="quarter" idx="21"/>
          </p:nvPr>
        </p:nvSpPr>
        <p:spPr>
          <a:xfrm>
            <a:off x="6107842" y="1416017"/>
            <a:ext cx="2617057"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Google Shape;56;p14">
            <a:extLst>
              <a:ext uri="{FF2B5EF4-FFF2-40B4-BE49-F238E27FC236}">
                <a16:creationId xmlns:a16="http://schemas.microsoft.com/office/drawing/2014/main" id="{D42D73F2-4827-2412-B5CE-791F0414E408}"/>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633178C7-A9FC-3975-EBE8-9ECCB001CB9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489CD25-F120-9A11-A395-61007822DF54}"/>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4" name="Google Shape;150;p23">
            <a:extLst>
              <a:ext uri="{FF2B5EF4-FFF2-40B4-BE49-F238E27FC236}">
                <a16:creationId xmlns:a16="http://schemas.microsoft.com/office/drawing/2014/main" id="{FD8F279E-1539-9F0E-F73E-7715CC10D8A9}"/>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56;p14">
            <a:extLst>
              <a:ext uri="{FF2B5EF4-FFF2-40B4-BE49-F238E27FC236}">
                <a16:creationId xmlns:a16="http://schemas.microsoft.com/office/drawing/2014/main" id="{D7AED601-71D3-4AF9-9DE4-D67ADC422F6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 name="Google Shape;60;p14">
            <a:extLst>
              <a:ext uri="{FF2B5EF4-FFF2-40B4-BE49-F238E27FC236}">
                <a16:creationId xmlns:a16="http://schemas.microsoft.com/office/drawing/2014/main" id="{D2D3CA51-551D-B0EC-331A-F75E60E5DBE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02398D3D-116A-5CD4-685B-921D76191F57}"/>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582C9D05-6F6C-96AB-64E2-85AFAAD34B05}"/>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47721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Column Layout w Titles">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Content Placeholder 13">
            <a:extLst>
              <a:ext uri="{FF2B5EF4-FFF2-40B4-BE49-F238E27FC236}">
                <a16:creationId xmlns:a16="http://schemas.microsoft.com/office/drawing/2014/main" id="{F9EE5671-DEE7-CCD6-192D-9B2E151D7ADB}"/>
              </a:ext>
            </a:extLst>
          </p:cNvPr>
          <p:cNvSpPr>
            <a:spLocks noGrp="1"/>
          </p:cNvSpPr>
          <p:nvPr>
            <p:ph sz="quarter" idx="19"/>
          </p:nvPr>
        </p:nvSpPr>
        <p:spPr>
          <a:xfrm>
            <a:off x="354558" y="1354041"/>
            <a:ext cx="2578958"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6" name="Content Placeholder 13">
            <a:extLst>
              <a:ext uri="{FF2B5EF4-FFF2-40B4-BE49-F238E27FC236}">
                <a16:creationId xmlns:a16="http://schemas.microsoft.com/office/drawing/2014/main" id="{FA3135A5-32B2-47C8-B809-AEA978B82C08}"/>
              </a:ext>
            </a:extLst>
          </p:cNvPr>
          <p:cNvSpPr>
            <a:spLocks noGrp="1"/>
          </p:cNvSpPr>
          <p:nvPr>
            <p:ph sz="quarter" idx="20"/>
          </p:nvPr>
        </p:nvSpPr>
        <p:spPr>
          <a:xfrm>
            <a:off x="3178605" y="1355610"/>
            <a:ext cx="2684145"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7" name="Content Placeholder 13">
            <a:extLst>
              <a:ext uri="{FF2B5EF4-FFF2-40B4-BE49-F238E27FC236}">
                <a16:creationId xmlns:a16="http://schemas.microsoft.com/office/drawing/2014/main" id="{D8A1BEF0-E942-E03B-81AB-BF03DB790EB6}"/>
              </a:ext>
            </a:extLst>
          </p:cNvPr>
          <p:cNvSpPr>
            <a:spLocks noGrp="1"/>
          </p:cNvSpPr>
          <p:nvPr>
            <p:ph sz="quarter" idx="21"/>
          </p:nvPr>
        </p:nvSpPr>
        <p:spPr>
          <a:xfrm>
            <a:off x="6107840" y="1354041"/>
            <a:ext cx="2617059"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8" name="Google Shape;150;p23">
            <a:extLst>
              <a:ext uri="{FF2B5EF4-FFF2-40B4-BE49-F238E27FC236}">
                <a16:creationId xmlns:a16="http://schemas.microsoft.com/office/drawing/2014/main" id="{82C0BBD0-F535-9AAF-DA52-C96B8B811DD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6EE85270-35B2-10A3-A7E5-FF52FA6E6329}"/>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4DE9C0F1-70CE-1DA8-B130-E8004B242F24}"/>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5" name="Content Placeholder 2">
            <a:extLst>
              <a:ext uri="{FF2B5EF4-FFF2-40B4-BE49-F238E27FC236}">
                <a16:creationId xmlns:a16="http://schemas.microsoft.com/office/drawing/2014/main" id="{27996DBE-B145-0809-95BA-58D4782451DE}"/>
              </a:ext>
            </a:extLst>
          </p:cNvPr>
          <p:cNvSpPr>
            <a:spLocks noGrp="1"/>
          </p:cNvSpPr>
          <p:nvPr>
            <p:ph sz="quarter" idx="22"/>
          </p:nvPr>
        </p:nvSpPr>
        <p:spPr>
          <a:xfrm>
            <a:off x="354558" y="1764770"/>
            <a:ext cx="2578958" cy="2940580"/>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a:extLst>
              <a:ext uri="{FF2B5EF4-FFF2-40B4-BE49-F238E27FC236}">
                <a16:creationId xmlns:a16="http://schemas.microsoft.com/office/drawing/2014/main" id="{43891044-E93C-51D2-6167-F2C0331735B7}"/>
              </a:ext>
            </a:extLst>
          </p:cNvPr>
          <p:cNvSpPr>
            <a:spLocks noGrp="1"/>
          </p:cNvSpPr>
          <p:nvPr>
            <p:ph sz="quarter" idx="23"/>
          </p:nvPr>
        </p:nvSpPr>
        <p:spPr>
          <a:xfrm>
            <a:off x="3178605" y="1764770"/>
            <a:ext cx="2682144" cy="2940580"/>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2">
            <a:extLst>
              <a:ext uri="{FF2B5EF4-FFF2-40B4-BE49-F238E27FC236}">
                <a16:creationId xmlns:a16="http://schemas.microsoft.com/office/drawing/2014/main" id="{F629D29E-EBFE-922D-2B99-3D25A451D2E2}"/>
              </a:ext>
            </a:extLst>
          </p:cNvPr>
          <p:cNvSpPr>
            <a:spLocks noGrp="1"/>
          </p:cNvSpPr>
          <p:nvPr>
            <p:ph sz="quarter" idx="24"/>
          </p:nvPr>
        </p:nvSpPr>
        <p:spPr>
          <a:xfrm>
            <a:off x="6107842" y="1764430"/>
            <a:ext cx="2617057" cy="2940580"/>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F5F55C10-2D11-BEBC-F805-5E7542EEC99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A589E2A7-FB16-02BF-EEBA-AD99B51F64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3C49E5F5-7DCB-E02C-2DA3-C22C2F1CE405}"/>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1A6E7301-290C-6999-8C52-C4B9866363B7}"/>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6;p14">
            <a:extLst>
              <a:ext uri="{FF2B5EF4-FFF2-40B4-BE49-F238E27FC236}">
                <a16:creationId xmlns:a16="http://schemas.microsoft.com/office/drawing/2014/main" id="{62E60B80-3D6B-A9E6-2396-2D8703AA7F33}"/>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05BC6BE8-3443-64B2-DEC9-D7A9990ACB8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0" name="TextBox 19">
            <a:extLst>
              <a:ext uri="{FF2B5EF4-FFF2-40B4-BE49-F238E27FC236}">
                <a16:creationId xmlns:a16="http://schemas.microsoft.com/office/drawing/2014/main" id="{E122370B-5C44-C5E7-EEDD-B004CD07B02F}"/>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1" name="Google Shape;150;p23">
            <a:extLst>
              <a:ext uri="{FF2B5EF4-FFF2-40B4-BE49-F238E27FC236}">
                <a16:creationId xmlns:a16="http://schemas.microsoft.com/office/drawing/2014/main" id="{8C0F29FC-3AF2-E289-35C5-75814AEC1A39}"/>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0081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Four Column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083B192A-DC11-E214-333E-DEE3FF151A5D}"/>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Title 1">
            <a:extLst>
              <a:ext uri="{FF2B5EF4-FFF2-40B4-BE49-F238E27FC236}">
                <a16:creationId xmlns:a16="http://schemas.microsoft.com/office/drawing/2014/main" id="{59FD56F6-2901-6AAE-7BEA-9EF1EED40463}"/>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4" name="Google Shape;58;p14">
            <a:extLst>
              <a:ext uri="{FF2B5EF4-FFF2-40B4-BE49-F238E27FC236}">
                <a16:creationId xmlns:a16="http://schemas.microsoft.com/office/drawing/2014/main" id="{50FC779A-882C-359C-0BC7-F4B7F9AF1073}"/>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15" name="Content Placeholder 2">
            <a:extLst>
              <a:ext uri="{FF2B5EF4-FFF2-40B4-BE49-F238E27FC236}">
                <a16:creationId xmlns:a16="http://schemas.microsoft.com/office/drawing/2014/main" id="{055B88C0-F073-037E-A486-B50231229972}"/>
              </a:ext>
            </a:extLst>
          </p:cNvPr>
          <p:cNvSpPr>
            <a:spLocks noGrp="1"/>
          </p:cNvSpPr>
          <p:nvPr>
            <p:ph sz="quarter" idx="20"/>
          </p:nvPr>
        </p:nvSpPr>
        <p:spPr>
          <a:xfrm>
            <a:off x="354558" y="1425322"/>
            <a:ext cx="1866900"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Content Placeholder 2">
            <a:extLst>
              <a:ext uri="{FF2B5EF4-FFF2-40B4-BE49-F238E27FC236}">
                <a16:creationId xmlns:a16="http://schemas.microsoft.com/office/drawing/2014/main" id="{E5412859-AD8C-B792-BC96-0DCD63D1528F}"/>
              </a:ext>
            </a:extLst>
          </p:cNvPr>
          <p:cNvSpPr>
            <a:spLocks noGrp="1"/>
          </p:cNvSpPr>
          <p:nvPr>
            <p:ph sz="quarter" idx="21"/>
          </p:nvPr>
        </p:nvSpPr>
        <p:spPr>
          <a:xfrm>
            <a:off x="2516820" y="1425322"/>
            <a:ext cx="1866901"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Content Placeholder 2">
            <a:extLst>
              <a:ext uri="{FF2B5EF4-FFF2-40B4-BE49-F238E27FC236}">
                <a16:creationId xmlns:a16="http://schemas.microsoft.com/office/drawing/2014/main" id="{D0D6DA87-DF47-DDE4-9B69-83FE687F9FFF}"/>
              </a:ext>
            </a:extLst>
          </p:cNvPr>
          <p:cNvSpPr>
            <a:spLocks noGrp="1"/>
          </p:cNvSpPr>
          <p:nvPr>
            <p:ph sz="quarter" idx="22"/>
          </p:nvPr>
        </p:nvSpPr>
        <p:spPr>
          <a:xfrm>
            <a:off x="4679083" y="1425322"/>
            <a:ext cx="1894790"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Content Placeholder 2">
            <a:extLst>
              <a:ext uri="{FF2B5EF4-FFF2-40B4-BE49-F238E27FC236}">
                <a16:creationId xmlns:a16="http://schemas.microsoft.com/office/drawing/2014/main" id="{B7DEE984-257D-6477-F236-740B7045FF1E}"/>
              </a:ext>
            </a:extLst>
          </p:cNvPr>
          <p:cNvSpPr>
            <a:spLocks noGrp="1"/>
          </p:cNvSpPr>
          <p:nvPr>
            <p:ph sz="quarter" idx="23"/>
          </p:nvPr>
        </p:nvSpPr>
        <p:spPr>
          <a:xfrm>
            <a:off x="6869236" y="1425322"/>
            <a:ext cx="1856692"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8839EDA2-5E6A-62E8-AC18-78B3EA1D8C5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F3F8E374-A586-3557-DA26-D3CE44817329}"/>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1A3EB67C-D22F-462C-9F9F-6B6050580BC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150;p23">
            <a:extLst>
              <a:ext uri="{FF2B5EF4-FFF2-40B4-BE49-F238E27FC236}">
                <a16:creationId xmlns:a16="http://schemas.microsoft.com/office/drawing/2014/main" id="{3D790321-8F76-F18F-E46D-00F3A4247CC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p14">
            <a:extLst>
              <a:ext uri="{FF2B5EF4-FFF2-40B4-BE49-F238E27FC236}">
                <a16:creationId xmlns:a16="http://schemas.microsoft.com/office/drawing/2014/main" id="{1B62C7DB-74A0-8B3A-1F30-B97E54CAF66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 name="Google Shape;60;p14">
            <a:extLst>
              <a:ext uri="{FF2B5EF4-FFF2-40B4-BE49-F238E27FC236}">
                <a16:creationId xmlns:a16="http://schemas.microsoft.com/office/drawing/2014/main" id="{8BDC2E1B-25F3-6A07-24C0-085EF6EAFA9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AD6C2454-038C-DEEE-3805-7B890CF7521E}"/>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1A142D10-D058-D9B9-BF84-F71AA01F6BB4}"/>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49366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our Column Layout w titles">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Content Placeholder 13">
            <a:extLst>
              <a:ext uri="{FF2B5EF4-FFF2-40B4-BE49-F238E27FC236}">
                <a16:creationId xmlns:a16="http://schemas.microsoft.com/office/drawing/2014/main" id="{B9990043-3CEA-7FC0-222E-1950BA9B709E}"/>
              </a:ext>
            </a:extLst>
          </p:cNvPr>
          <p:cNvSpPr>
            <a:spLocks noGrp="1"/>
          </p:cNvSpPr>
          <p:nvPr>
            <p:ph sz="quarter" idx="19"/>
          </p:nvPr>
        </p:nvSpPr>
        <p:spPr>
          <a:xfrm>
            <a:off x="354558" y="1364480"/>
            <a:ext cx="1875430"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18" name="Content Placeholder 13">
            <a:extLst>
              <a:ext uri="{FF2B5EF4-FFF2-40B4-BE49-F238E27FC236}">
                <a16:creationId xmlns:a16="http://schemas.microsoft.com/office/drawing/2014/main" id="{B7907B28-82F7-169B-69AB-DC044E0AC980}"/>
              </a:ext>
            </a:extLst>
          </p:cNvPr>
          <p:cNvSpPr>
            <a:spLocks noGrp="1"/>
          </p:cNvSpPr>
          <p:nvPr>
            <p:ph sz="quarter" idx="20"/>
          </p:nvPr>
        </p:nvSpPr>
        <p:spPr>
          <a:xfrm>
            <a:off x="2506191" y="1364480"/>
            <a:ext cx="1876390"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19" name="Content Placeholder 13">
            <a:extLst>
              <a:ext uri="{FF2B5EF4-FFF2-40B4-BE49-F238E27FC236}">
                <a16:creationId xmlns:a16="http://schemas.microsoft.com/office/drawing/2014/main" id="{1C08ACAE-FC49-0A90-D755-56861511C19B}"/>
              </a:ext>
            </a:extLst>
          </p:cNvPr>
          <p:cNvSpPr>
            <a:spLocks noGrp="1"/>
          </p:cNvSpPr>
          <p:nvPr>
            <p:ph sz="quarter" idx="21"/>
          </p:nvPr>
        </p:nvSpPr>
        <p:spPr>
          <a:xfrm>
            <a:off x="4658784" y="1364480"/>
            <a:ext cx="1923012"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20" name="Content Placeholder 13">
            <a:extLst>
              <a:ext uri="{FF2B5EF4-FFF2-40B4-BE49-F238E27FC236}">
                <a16:creationId xmlns:a16="http://schemas.microsoft.com/office/drawing/2014/main" id="{5B3A4BF2-76E0-CA6E-C59D-3287AD58E998}"/>
              </a:ext>
            </a:extLst>
          </p:cNvPr>
          <p:cNvSpPr>
            <a:spLocks noGrp="1"/>
          </p:cNvSpPr>
          <p:nvPr>
            <p:ph sz="quarter" idx="22"/>
          </p:nvPr>
        </p:nvSpPr>
        <p:spPr>
          <a:xfrm>
            <a:off x="6857999" y="1364480"/>
            <a:ext cx="1866900"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22" name="Google Shape;150;p23">
            <a:extLst>
              <a:ext uri="{FF2B5EF4-FFF2-40B4-BE49-F238E27FC236}">
                <a16:creationId xmlns:a16="http://schemas.microsoft.com/office/drawing/2014/main" id="{5F546386-E044-F4E7-72AE-B961156C93F7}"/>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Title 1">
            <a:extLst>
              <a:ext uri="{FF2B5EF4-FFF2-40B4-BE49-F238E27FC236}">
                <a16:creationId xmlns:a16="http://schemas.microsoft.com/office/drawing/2014/main" id="{08B1DFFE-BE9E-BA30-0464-D77A13A9F8C5}"/>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12" name="Google Shape;58;p14">
            <a:extLst>
              <a:ext uri="{FF2B5EF4-FFF2-40B4-BE49-F238E27FC236}">
                <a16:creationId xmlns:a16="http://schemas.microsoft.com/office/drawing/2014/main" id="{3EAE753E-8561-CCD5-5ED6-1C4E1A4D9F81}"/>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15" name="Content Placeholder 2">
            <a:extLst>
              <a:ext uri="{FF2B5EF4-FFF2-40B4-BE49-F238E27FC236}">
                <a16:creationId xmlns:a16="http://schemas.microsoft.com/office/drawing/2014/main" id="{4259E312-DE8A-89C3-F5AA-6D8106FE089A}"/>
              </a:ext>
            </a:extLst>
          </p:cNvPr>
          <p:cNvSpPr>
            <a:spLocks noGrp="1"/>
          </p:cNvSpPr>
          <p:nvPr>
            <p:ph sz="quarter" idx="23"/>
          </p:nvPr>
        </p:nvSpPr>
        <p:spPr>
          <a:xfrm>
            <a:off x="354558" y="1763183"/>
            <a:ext cx="1866900"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2">
            <a:extLst>
              <a:ext uri="{FF2B5EF4-FFF2-40B4-BE49-F238E27FC236}">
                <a16:creationId xmlns:a16="http://schemas.microsoft.com/office/drawing/2014/main" id="{98ADEB94-2292-B066-D0FE-2AEBCE1D1135}"/>
              </a:ext>
            </a:extLst>
          </p:cNvPr>
          <p:cNvSpPr>
            <a:spLocks noGrp="1"/>
          </p:cNvSpPr>
          <p:nvPr>
            <p:ph sz="quarter" idx="24"/>
          </p:nvPr>
        </p:nvSpPr>
        <p:spPr>
          <a:xfrm>
            <a:off x="2506191" y="1763183"/>
            <a:ext cx="1866901"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Content Placeholder 2">
            <a:extLst>
              <a:ext uri="{FF2B5EF4-FFF2-40B4-BE49-F238E27FC236}">
                <a16:creationId xmlns:a16="http://schemas.microsoft.com/office/drawing/2014/main" id="{EE326CCB-29B8-A6D8-4FEC-281F59C3426E}"/>
              </a:ext>
            </a:extLst>
          </p:cNvPr>
          <p:cNvSpPr>
            <a:spLocks noGrp="1"/>
          </p:cNvSpPr>
          <p:nvPr>
            <p:ph sz="quarter" idx="25"/>
          </p:nvPr>
        </p:nvSpPr>
        <p:spPr>
          <a:xfrm>
            <a:off x="4658784" y="1763183"/>
            <a:ext cx="1885282"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Content Placeholder 2">
            <a:extLst>
              <a:ext uri="{FF2B5EF4-FFF2-40B4-BE49-F238E27FC236}">
                <a16:creationId xmlns:a16="http://schemas.microsoft.com/office/drawing/2014/main" id="{AA2FDB54-1A0F-330C-2D5E-198BE6B463E1}"/>
              </a:ext>
            </a:extLst>
          </p:cNvPr>
          <p:cNvSpPr>
            <a:spLocks noGrp="1"/>
          </p:cNvSpPr>
          <p:nvPr>
            <p:ph sz="quarter" idx="26"/>
          </p:nvPr>
        </p:nvSpPr>
        <p:spPr>
          <a:xfrm>
            <a:off x="6857999" y="1763183"/>
            <a:ext cx="1856694"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5D335628-533C-AB02-C23B-BB980371707D}"/>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11A19E0B-B6C4-402C-0AB1-4696FD0A498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59FEF393-F006-9BA8-28AC-8ADD58B177C9}"/>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150;p23">
            <a:extLst>
              <a:ext uri="{FF2B5EF4-FFF2-40B4-BE49-F238E27FC236}">
                <a16:creationId xmlns:a16="http://schemas.microsoft.com/office/drawing/2014/main" id="{B8EF93F9-5AF8-451D-C1A6-B0588B9B0C5C}"/>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p14">
            <a:extLst>
              <a:ext uri="{FF2B5EF4-FFF2-40B4-BE49-F238E27FC236}">
                <a16:creationId xmlns:a16="http://schemas.microsoft.com/office/drawing/2014/main" id="{D1E377E1-F247-4295-EAB2-D587F7F556F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 name="Google Shape;60;p14">
            <a:extLst>
              <a:ext uri="{FF2B5EF4-FFF2-40B4-BE49-F238E27FC236}">
                <a16:creationId xmlns:a16="http://schemas.microsoft.com/office/drawing/2014/main" id="{23766384-31C5-6688-475A-18771803B5D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9B92315-3CBD-9907-7D89-27C86ADEF275}"/>
              </a:ext>
            </a:extLst>
          </p:cNvPr>
          <p:cNvSpPr txBox="1"/>
          <p:nvPr userDrawn="1"/>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4" name="Google Shape;150;p23">
            <a:extLst>
              <a:ext uri="{FF2B5EF4-FFF2-40B4-BE49-F238E27FC236}">
                <a16:creationId xmlns:a16="http://schemas.microsoft.com/office/drawing/2014/main" id="{288A3EBA-CE53-93DC-0DBF-C5C1879192A0}"/>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990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12" name="Google Shape;142;p23">
            <a:extLst>
              <a:ext uri="{FF2B5EF4-FFF2-40B4-BE49-F238E27FC236}">
                <a16:creationId xmlns:a16="http://schemas.microsoft.com/office/drawing/2014/main" id="{D2FB9B6D-6368-FE95-4ACC-ABFB5843C303}"/>
              </a:ext>
            </a:extLst>
          </p:cNvPr>
          <p:cNvSpPr/>
          <p:nvPr/>
        </p:nvSpPr>
        <p:spPr>
          <a:xfrm>
            <a:off x="2590800" y="0"/>
            <a:ext cx="6553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8;p23">
            <a:extLst>
              <a:ext uri="{FF2B5EF4-FFF2-40B4-BE49-F238E27FC236}">
                <a16:creationId xmlns:a16="http://schemas.microsoft.com/office/drawing/2014/main" id="{4DAB85F9-062F-95F5-32C9-9D50E3227A16}"/>
              </a:ext>
            </a:extLst>
          </p:cNvPr>
          <p:cNvSpPr/>
          <p:nvPr/>
        </p:nvSpPr>
        <p:spPr>
          <a:xfrm>
            <a:off x="6369225" y="228600"/>
            <a:ext cx="1322446" cy="1414662"/>
          </a:xfrm>
          <a:custGeom>
            <a:avLst/>
            <a:gdLst/>
            <a:ahLst/>
            <a:cxnLst/>
            <a:rect l="l" t="t" r="r" b="b"/>
            <a:pathLst>
              <a:path w="1950" h="2085" extrusionOk="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013">
              <a:solidFill>
                <a:schemeClr val="dk1"/>
              </a:solidFill>
              <a:latin typeface="Arial"/>
              <a:ea typeface="Arial"/>
              <a:cs typeface="Arial"/>
              <a:sym typeface="Arial"/>
            </a:endParaRPr>
          </a:p>
        </p:txBody>
      </p:sp>
      <p:sp>
        <p:nvSpPr>
          <p:cNvPr id="15" name="Google Shape;149;p23">
            <a:extLst>
              <a:ext uri="{FF2B5EF4-FFF2-40B4-BE49-F238E27FC236}">
                <a16:creationId xmlns:a16="http://schemas.microsoft.com/office/drawing/2014/main" id="{8F657C1B-92B4-6B9D-5FE1-04A3ACDD0B0C}"/>
              </a:ext>
            </a:extLst>
          </p:cNvPr>
          <p:cNvSpPr/>
          <p:nvPr/>
        </p:nvSpPr>
        <p:spPr>
          <a:xfrm>
            <a:off x="2596853" y="2767075"/>
            <a:ext cx="2772174" cy="2372082"/>
          </a:xfrm>
          <a:custGeom>
            <a:avLst/>
            <a:gdLst/>
            <a:ahLst/>
            <a:cxnLst/>
            <a:rect l="l" t="t" r="r" b="b"/>
            <a:pathLst>
              <a:path w="4248542" h="3635375" extrusionOk="0">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pic>
        <p:nvPicPr>
          <p:cNvPr id="16" name="Google Shape;151;p23">
            <a:extLst>
              <a:ext uri="{FF2B5EF4-FFF2-40B4-BE49-F238E27FC236}">
                <a16:creationId xmlns:a16="http://schemas.microsoft.com/office/drawing/2014/main" id="{FD0D6CEB-D284-400B-5E7A-E1C1E3DBBF80}"/>
              </a:ext>
            </a:extLst>
          </p:cNvPr>
          <p:cNvPicPr preferRelativeResize="0"/>
          <p:nvPr/>
        </p:nvPicPr>
        <p:blipFill rotWithShape="1">
          <a:blip r:embed="rId2">
            <a:alphaModFix/>
          </a:blip>
          <a:srcRect l="16763"/>
          <a:stretch/>
        </p:blipFill>
        <p:spPr>
          <a:xfrm rot="10800000">
            <a:off x="7338076" y="640000"/>
            <a:ext cx="1805925" cy="2369900"/>
          </a:xfrm>
          <a:prstGeom prst="rect">
            <a:avLst/>
          </a:prstGeom>
          <a:noFill/>
          <a:ln>
            <a:noFill/>
          </a:ln>
        </p:spPr>
      </p:pic>
      <p:sp>
        <p:nvSpPr>
          <p:cNvPr id="2" name="Title 1"/>
          <p:cNvSpPr>
            <a:spLocks noGrp="1"/>
          </p:cNvSpPr>
          <p:nvPr>
            <p:ph type="title"/>
          </p:nvPr>
        </p:nvSpPr>
        <p:spPr>
          <a:xfrm>
            <a:off x="353539" y="291988"/>
            <a:ext cx="1959263" cy="473131"/>
          </a:xfrm>
        </p:spPr>
        <p:txBody>
          <a:bodyPr>
            <a:noAutofit/>
          </a:bodyPr>
          <a:lstStyle>
            <a:lvl1pPr>
              <a:defRPr sz="2600" b="1"/>
            </a:lvl1pPr>
          </a:lstStyle>
          <a:p>
            <a:r>
              <a:rPr lang="en-US"/>
              <a:t>Click to edit Master title style</a:t>
            </a:r>
            <a:endParaRPr lang="en-US"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612AB308-CDD2-59CC-482E-153C99757AFA}"/>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1" name="Google Shape;150;p23">
            <a:extLst>
              <a:ext uri="{FF2B5EF4-FFF2-40B4-BE49-F238E27FC236}">
                <a16:creationId xmlns:a16="http://schemas.microsoft.com/office/drawing/2014/main" id="{4701A14F-C5DC-D91B-CAAF-9F6050DD7D8F}"/>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Content Placeholder 2">
            <a:extLst>
              <a:ext uri="{FF2B5EF4-FFF2-40B4-BE49-F238E27FC236}">
                <a16:creationId xmlns:a16="http://schemas.microsoft.com/office/drawing/2014/main" id="{E1839889-1EBD-E4BD-1C4B-C52F84F4923A}"/>
              </a:ext>
            </a:extLst>
          </p:cNvPr>
          <p:cNvSpPr>
            <a:spLocks noGrp="1"/>
          </p:cNvSpPr>
          <p:nvPr>
            <p:ph sz="quarter" idx="22"/>
          </p:nvPr>
        </p:nvSpPr>
        <p:spPr>
          <a:xfrm>
            <a:off x="3088263" y="1684085"/>
            <a:ext cx="3814574" cy="2940580"/>
          </a:xfrm>
          <a:prstGeom prst="rect">
            <a:avLst/>
          </a:prstGeom>
        </p:spPr>
        <p:txBody>
          <a:bodyPr/>
          <a:lstStyle>
            <a:lvl1pPr>
              <a:lnSpc>
                <a:spcPct val="114000"/>
              </a:lnSpc>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Google Shape;142;p23">
            <a:extLst>
              <a:ext uri="{FF2B5EF4-FFF2-40B4-BE49-F238E27FC236}">
                <a16:creationId xmlns:a16="http://schemas.microsoft.com/office/drawing/2014/main" id="{B0356621-F86D-4229-3FC1-DA118FD5F8CE}"/>
              </a:ext>
            </a:extLst>
          </p:cNvPr>
          <p:cNvSpPr/>
          <p:nvPr/>
        </p:nvSpPr>
        <p:spPr>
          <a:xfrm>
            <a:off x="2590800" y="0"/>
            <a:ext cx="6553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48;p23">
            <a:extLst>
              <a:ext uri="{FF2B5EF4-FFF2-40B4-BE49-F238E27FC236}">
                <a16:creationId xmlns:a16="http://schemas.microsoft.com/office/drawing/2014/main" id="{5DB1908A-15AD-7273-1870-5ED9FE5AC6DB}"/>
              </a:ext>
            </a:extLst>
          </p:cNvPr>
          <p:cNvSpPr/>
          <p:nvPr/>
        </p:nvSpPr>
        <p:spPr>
          <a:xfrm>
            <a:off x="6369225" y="228600"/>
            <a:ext cx="1322446" cy="1414662"/>
          </a:xfrm>
          <a:custGeom>
            <a:avLst/>
            <a:gdLst/>
            <a:ahLst/>
            <a:cxnLst/>
            <a:rect l="l" t="t" r="r" b="b"/>
            <a:pathLst>
              <a:path w="1950" h="2085" extrusionOk="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013">
              <a:solidFill>
                <a:schemeClr val="dk1"/>
              </a:solidFill>
              <a:latin typeface="Arial"/>
              <a:ea typeface="Arial"/>
              <a:cs typeface="Arial"/>
              <a:sym typeface="Arial"/>
            </a:endParaRPr>
          </a:p>
        </p:txBody>
      </p:sp>
      <p:sp>
        <p:nvSpPr>
          <p:cNvPr id="5" name="Google Shape;149;p23">
            <a:extLst>
              <a:ext uri="{FF2B5EF4-FFF2-40B4-BE49-F238E27FC236}">
                <a16:creationId xmlns:a16="http://schemas.microsoft.com/office/drawing/2014/main" id="{CB256162-4E5C-AC47-BF07-8BBA4B490369}"/>
              </a:ext>
            </a:extLst>
          </p:cNvPr>
          <p:cNvSpPr/>
          <p:nvPr/>
        </p:nvSpPr>
        <p:spPr>
          <a:xfrm>
            <a:off x="2596853" y="2767075"/>
            <a:ext cx="2772174" cy="2372082"/>
          </a:xfrm>
          <a:custGeom>
            <a:avLst/>
            <a:gdLst/>
            <a:ahLst/>
            <a:cxnLst/>
            <a:rect l="l" t="t" r="r" b="b"/>
            <a:pathLst>
              <a:path w="4248542" h="3635375" extrusionOk="0">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pic>
        <p:nvPicPr>
          <p:cNvPr id="6" name="Google Shape;151;p23">
            <a:extLst>
              <a:ext uri="{FF2B5EF4-FFF2-40B4-BE49-F238E27FC236}">
                <a16:creationId xmlns:a16="http://schemas.microsoft.com/office/drawing/2014/main" id="{F6C5218E-98FC-4F05-C46C-A425F47F4D56}"/>
              </a:ext>
            </a:extLst>
          </p:cNvPr>
          <p:cNvPicPr preferRelativeResize="0"/>
          <p:nvPr/>
        </p:nvPicPr>
        <p:blipFill rotWithShape="1">
          <a:blip r:embed="rId2">
            <a:alphaModFix/>
          </a:blip>
          <a:srcRect l="16763"/>
          <a:stretch/>
        </p:blipFill>
        <p:spPr>
          <a:xfrm rot="10800000">
            <a:off x="7338076" y="640000"/>
            <a:ext cx="1805925" cy="2369900"/>
          </a:xfrm>
          <a:prstGeom prst="rect">
            <a:avLst/>
          </a:prstGeom>
          <a:noFill/>
          <a:ln>
            <a:noFill/>
          </a:ln>
        </p:spPr>
      </p:pic>
      <p:sp>
        <p:nvSpPr>
          <p:cNvPr id="10" name="Google Shape;56;p14">
            <a:extLst>
              <a:ext uri="{FF2B5EF4-FFF2-40B4-BE49-F238E27FC236}">
                <a16:creationId xmlns:a16="http://schemas.microsoft.com/office/drawing/2014/main" id="{AEE082DE-671D-FA79-14C2-0303611B2CF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39D5D307-0D8B-2754-5FF5-3619CD161362}"/>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D9B4A41A-141B-313E-FD43-EE7D5D457B5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8" name="Google Shape;150;p23">
            <a:extLst>
              <a:ext uri="{FF2B5EF4-FFF2-40B4-BE49-F238E27FC236}">
                <a16:creationId xmlns:a16="http://schemas.microsoft.com/office/drawing/2014/main" id="{271491F0-6659-66E6-A124-3843A74DD7A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42;p23">
            <a:extLst>
              <a:ext uri="{FF2B5EF4-FFF2-40B4-BE49-F238E27FC236}">
                <a16:creationId xmlns:a16="http://schemas.microsoft.com/office/drawing/2014/main" id="{82F734D7-19A8-C97B-8B29-A52CAB96EA89}"/>
              </a:ext>
            </a:extLst>
          </p:cNvPr>
          <p:cNvSpPr/>
          <p:nvPr userDrawn="1"/>
        </p:nvSpPr>
        <p:spPr>
          <a:xfrm>
            <a:off x="2590800" y="0"/>
            <a:ext cx="6553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48;p23">
            <a:extLst>
              <a:ext uri="{FF2B5EF4-FFF2-40B4-BE49-F238E27FC236}">
                <a16:creationId xmlns:a16="http://schemas.microsoft.com/office/drawing/2014/main" id="{97125153-3A7A-14EB-ABF4-0ACFB20B4C1F}"/>
              </a:ext>
            </a:extLst>
          </p:cNvPr>
          <p:cNvSpPr/>
          <p:nvPr userDrawn="1"/>
        </p:nvSpPr>
        <p:spPr>
          <a:xfrm>
            <a:off x="6369225" y="228600"/>
            <a:ext cx="1322446" cy="1414662"/>
          </a:xfrm>
          <a:custGeom>
            <a:avLst/>
            <a:gdLst/>
            <a:ahLst/>
            <a:cxnLst/>
            <a:rect l="l" t="t" r="r" b="b"/>
            <a:pathLst>
              <a:path w="1950" h="2085" extrusionOk="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013">
              <a:solidFill>
                <a:schemeClr val="dk1"/>
              </a:solidFill>
              <a:latin typeface="Arial"/>
              <a:ea typeface="Arial"/>
              <a:cs typeface="Arial"/>
              <a:sym typeface="Arial"/>
            </a:endParaRPr>
          </a:p>
        </p:txBody>
      </p:sp>
      <p:sp>
        <p:nvSpPr>
          <p:cNvPr id="22" name="Google Shape;149;p23">
            <a:extLst>
              <a:ext uri="{FF2B5EF4-FFF2-40B4-BE49-F238E27FC236}">
                <a16:creationId xmlns:a16="http://schemas.microsoft.com/office/drawing/2014/main" id="{7759C390-88E0-5EE3-5116-248E0C67B154}"/>
              </a:ext>
            </a:extLst>
          </p:cNvPr>
          <p:cNvSpPr/>
          <p:nvPr userDrawn="1"/>
        </p:nvSpPr>
        <p:spPr>
          <a:xfrm>
            <a:off x="2596853" y="2767075"/>
            <a:ext cx="2772174" cy="2372082"/>
          </a:xfrm>
          <a:custGeom>
            <a:avLst/>
            <a:gdLst/>
            <a:ahLst/>
            <a:cxnLst/>
            <a:rect l="l" t="t" r="r" b="b"/>
            <a:pathLst>
              <a:path w="4248542" h="3635375" extrusionOk="0">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pic>
        <p:nvPicPr>
          <p:cNvPr id="23" name="Google Shape;151;p23">
            <a:extLst>
              <a:ext uri="{FF2B5EF4-FFF2-40B4-BE49-F238E27FC236}">
                <a16:creationId xmlns:a16="http://schemas.microsoft.com/office/drawing/2014/main" id="{E4A25784-CEA1-67FC-7FD8-4938059C1BA6}"/>
              </a:ext>
            </a:extLst>
          </p:cNvPr>
          <p:cNvPicPr preferRelativeResize="0"/>
          <p:nvPr userDrawn="1"/>
        </p:nvPicPr>
        <p:blipFill rotWithShape="1">
          <a:blip r:embed="rId2">
            <a:alphaModFix/>
          </a:blip>
          <a:srcRect l="16763"/>
          <a:stretch/>
        </p:blipFill>
        <p:spPr>
          <a:xfrm rot="10800000">
            <a:off x="7338076" y="640000"/>
            <a:ext cx="1805925" cy="2369900"/>
          </a:xfrm>
          <a:prstGeom prst="rect">
            <a:avLst/>
          </a:prstGeom>
          <a:noFill/>
          <a:ln>
            <a:noFill/>
          </a:ln>
        </p:spPr>
      </p:pic>
      <p:sp>
        <p:nvSpPr>
          <p:cNvPr id="24" name="Google Shape;56;p14">
            <a:extLst>
              <a:ext uri="{FF2B5EF4-FFF2-40B4-BE49-F238E27FC236}">
                <a16:creationId xmlns:a16="http://schemas.microsoft.com/office/drawing/2014/main" id="{312FCF71-2292-253D-B9A9-C00981ECB97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60;p14">
            <a:extLst>
              <a:ext uri="{FF2B5EF4-FFF2-40B4-BE49-F238E27FC236}">
                <a16:creationId xmlns:a16="http://schemas.microsoft.com/office/drawing/2014/main" id="{ECD5C7BB-9C87-95CF-3D81-01DEB17424F6}"/>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6" name="TextBox 25">
            <a:extLst>
              <a:ext uri="{FF2B5EF4-FFF2-40B4-BE49-F238E27FC236}">
                <a16:creationId xmlns:a16="http://schemas.microsoft.com/office/drawing/2014/main" id="{8CCBD1B9-B2DE-91B9-7084-0CEE85696A2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7" name="Google Shape;150;p23">
            <a:extLst>
              <a:ext uri="{FF2B5EF4-FFF2-40B4-BE49-F238E27FC236}">
                <a16:creationId xmlns:a16="http://schemas.microsoft.com/office/drawing/2014/main" id="{E4EA1190-F643-BF32-11D9-565DA0B221BC}"/>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8185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plit Layout">
    <p:spTree>
      <p:nvGrpSpPr>
        <p:cNvPr id="1" name=""/>
        <p:cNvGrpSpPr/>
        <p:nvPr/>
      </p:nvGrpSpPr>
      <p:grpSpPr>
        <a:xfrm>
          <a:off x="0" y="0"/>
          <a:ext cx="0" cy="0"/>
          <a:chOff x="0" y="0"/>
          <a:chExt cx="0" cy="0"/>
        </a:xfrm>
      </p:grpSpPr>
      <p:sp>
        <p:nvSpPr>
          <p:cNvPr id="12" name="Google Shape;142;p23">
            <a:extLst>
              <a:ext uri="{FF2B5EF4-FFF2-40B4-BE49-F238E27FC236}">
                <a16:creationId xmlns:a16="http://schemas.microsoft.com/office/drawing/2014/main" id="{20296E92-7094-A702-9723-6C0F91656D60}"/>
              </a:ext>
            </a:extLst>
          </p:cNvPr>
          <p:cNvSpPr/>
          <p:nvPr/>
        </p:nvSpPr>
        <p:spPr>
          <a:xfrm>
            <a:off x="4675160" y="0"/>
            <a:ext cx="446884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Google Shape;173;p25">
            <a:extLst>
              <a:ext uri="{FF2B5EF4-FFF2-40B4-BE49-F238E27FC236}">
                <a16:creationId xmlns:a16="http://schemas.microsoft.com/office/drawing/2014/main" id="{A10AF59D-ABBE-0951-4030-2A73CC651E5F}"/>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14" name="TextBox 13">
            <a:extLst>
              <a:ext uri="{FF2B5EF4-FFF2-40B4-BE49-F238E27FC236}">
                <a16:creationId xmlns:a16="http://schemas.microsoft.com/office/drawing/2014/main" id="{E79F42F5-0329-A383-74D4-0B757CFCAD0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6" name="Google Shape;150;p23">
            <a:extLst>
              <a:ext uri="{FF2B5EF4-FFF2-40B4-BE49-F238E27FC236}">
                <a16:creationId xmlns:a16="http://schemas.microsoft.com/office/drawing/2014/main" id="{867694D1-40E9-6A62-5E08-7DACA984A6F0}"/>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D3535C7E-5722-E4E7-F4F7-2278339B39F6}"/>
              </a:ext>
            </a:extLst>
          </p:cNvPr>
          <p:cNvSpPr>
            <a:spLocks noGrp="1"/>
          </p:cNvSpPr>
          <p:nvPr>
            <p:ph type="title"/>
          </p:nvPr>
        </p:nvSpPr>
        <p:spPr>
          <a:xfrm>
            <a:off x="354559" y="291988"/>
            <a:ext cx="4103142"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936381EB-FB04-D988-1D42-B17BAD26D90A}"/>
              </a:ext>
            </a:extLst>
          </p:cNvPr>
          <p:cNvSpPr txBox="1">
            <a:spLocks noGrp="1"/>
          </p:cNvSpPr>
          <p:nvPr>
            <p:ph type="subTitle" idx="1"/>
          </p:nvPr>
        </p:nvSpPr>
        <p:spPr>
          <a:xfrm>
            <a:off x="354559" y="774863"/>
            <a:ext cx="4103142"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7" name="Content Placeholder 6">
            <a:extLst>
              <a:ext uri="{FF2B5EF4-FFF2-40B4-BE49-F238E27FC236}">
                <a16:creationId xmlns:a16="http://schemas.microsoft.com/office/drawing/2014/main" id="{B058B340-F2D3-9F6B-7DAC-62713BCCE505}"/>
              </a:ext>
            </a:extLst>
          </p:cNvPr>
          <p:cNvSpPr>
            <a:spLocks noGrp="1"/>
          </p:cNvSpPr>
          <p:nvPr>
            <p:ph sz="quarter" idx="21" hasCustomPrompt="1"/>
          </p:nvPr>
        </p:nvSpPr>
        <p:spPr>
          <a:xfrm>
            <a:off x="457200" y="1544638"/>
            <a:ext cx="4000500" cy="3160712"/>
          </a:xfrm>
          <a:prstGeom prst="rect">
            <a:avLst/>
          </a:prstGeom>
          <a:solidFill>
            <a:schemeClr val="tx1">
              <a:lumMod val="10000"/>
              <a:lumOff val="90000"/>
            </a:schemeClr>
          </a:solidFill>
        </p:spPr>
        <p:txBody>
          <a:bodyPr/>
          <a:lstStyle>
            <a:lvl1pPr marL="0" indent="0">
              <a:buNone/>
              <a:defRPr/>
            </a:lvl1pPr>
          </a:lstStyle>
          <a:p>
            <a:pPr lvl="0"/>
            <a:r>
              <a:rPr lang="en-US" dirty="0"/>
              <a:t>Placeholder</a:t>
            </a:r>
          </a:p>
        </p:txBody>
      </p:sp>
      <p:sp>
        <p:nvSpPr>
          <p:cNvPr id="2" name="Content Placeholder 2">
            <a:extLst>
              <a:ext uri="{FF2B5EF4-FFF2-40B4-BE49-F238E27FC236}">
                <a16:creationId xmlns:a16="http://schemas.microsoft.com/office/drawing/2014/main" id="{2567BD78-4742-C974-CA1B-C841B0E09315}"/>
              </a:ext>
            </a:extLst>
          </p:cNvPr>
          <p:cNvSpPr>
            <a:spLocks noGrp="1"/>
          </p:cNvSpPr>
          <p:nvPr>
            <p:ph sz="quarter" idx="22"/>
          </p:nvPr>
        </p:nvSpPr>
        <p:spPr>
          <a:xfrm>
            <a:off x="5025683" y="1544638"/>
            <a:ext cx="3814574" cy="3160712"/>
          </a:xfrm>
          <a:prstGeom prst="rect">
            <a:avLst/>
          </a:prstGeom>
        </p:spPr>
        <p:txBody>
          <a:bodyPr/>
          <a:lstStyle>
            <a:lvl1pPr>
              <a:lnSpc>
                <a:spcPct val="114000"/>
              </a:lnSpc>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Google Shape;142;p23">
            <a:extLst>
              <a:ext uri="{FF2B5EF4-FFF2-40B4-BE49-F238E27FC236}">
                <a16:creationId xmlns:a16="http://schemas.microsoft.com/office/drawing/2014/main" id="{D0FFB9D7-1B80-DB37-60E1-C1C44BE25194}"/>
              </a:ext>
            </a:extLst>
          </p:cNvPr>
          <p:cNvSpPr/>
          <p:nvPr/>
        </p:nvSpPr>
        <p:spPr>
          <a:xfrm>
            <a:off x="4675160" y="0"/>
            <a:ext cx="446884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p14">
            <a:extLst>
              <a:ext uri="{FF2B5EF4-FFF2-40B4-BE49-F238E27FC236}">
                <a16:creationId xmlns:a16="http://schemas.microsoft.com/office/drawing/2014/main" id="{844B0929-AF5F-692E-4605-87E66E56189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92866249-7B66-2467-38C5-C6D87C835D50}"/>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Google Shape;173;p25">
            <a:extLst>
              <a:ext uri="{FF2B5EF4-FFF2-40B4-BE49-F238E27FC236}">
                <a16:creationId xmlns:a16="http://schemas.microsoft.com/office/drawing/2014/main" id="{89C65359-DAF2-3394-1B2E-B91B7635D4AE}"/>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15" name="TextBox 14">
            <a:extLst>
              <a:ext uri="{FF2B5EF4-FFF2-40B4-BE49-F238E27FC236}">
                <a16:creationId xmlns:a16="http://schemas.microsoft.com/office/drawing/2014/main" id="{A34699FC-C145-9C2D-ABE2-5B711F70EFF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7" name="Google Shape;150;p23">
            <a:extLst>
              <a:ext uri="{FF2B5EF4-FFF2-40B4-BE49-F238E27FC236}">
                <a16:creationId xmlns:a16="http://schemas.microsoft.com/office/drawing/2014/main" id="{06A66CBE-1387-9154-62B5-09B96B6E0622}"/>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42;p23">
            <a:extLst>
              <a:ext uri="{FF2B5EF4-FFF2-40B4-BE49-F238E27FC236}">
                <a16:creationId xmlns:a16="http://schemas.microsoft.com/office/drawing/2014/main" id="{9CDDBAF8-8400-2D60-DE3A-DE905E159665}"/>
              </a:ext>
            </a:extLst>
          </p:cNvPr>
          <p:cNvSpPr/>
          <p:nvPr userDrawn="1"/>
        </p:nvSpPr>
        <p:spPr>
          <a:xfrm>
            <a:off x="4675160" y="0"/>
            <a:ext cx="446884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56;p14">
            <a:extLst>
              <a:ext uri="{FF2B5EF4-FFF2-40B4-BE49-F238E27FC236}">
                <a16:creationId xmlns:a16="http://schemas.microsoft.com/office/drawing/2014/main" id="{D73D8B5B-75CE-1B98-0846-EBC9FD7360A0}"/>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0" name="Google Shape;60;p14">
            <a:extLst>
              <a:ext uri="{FF2B5EF4-FFF2-40B4-BE49-F238E27FC236}">
                <a16:creationId xmlns:a16="http://schemas.microsoft.com/office/drawing/2014/main" id="{B42CE2D3-EDDD-E7A3-A73D-54C1D022150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1" name="Google Shape;173;p25">
            <a:extLst>
              <a:ext uri="{FF2B5EF4-FFF2-40B4-BE49-F238E27FC236}">
                <a16:creationId xmlns:a16="http://schemas.microsoft.com/office/drawing/2014/main" id="{6F4D6425-65B3-6AEE-FE25-7D502494EAAC}"/>
              </a:ext>
            </a:extLst>
          </p:cNvPr>
          <p:cNvSpPr/>
          <p:nvPr userDrawn="1"/>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22" name="TextBox 21">
            <a:extLst>
              <a:ext uri="{FF2B5EF4-FFF2-40B4-BE49-F238E27FC236}">
                <a16:creationId xmlns:a16="http://schemas.microsoft.com/office/drawing/2014/main" id="{CA7DF35E-EF99-372E-E0FD-AFAB59767BDC}"/>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3" name="Google Shape;150;p23">
            <a:extLst>
              <a:ext uri="{FF2B5EF4-FFF2-40B4-BE49-F238E27FC236}">
                <a16:creationId xmlns:a16="http://schemas.microsoft.com/office/drawing/2014/main" id="{5CEBF7C6-A4CC-E587-CEAC-97B4E0502E45}"/>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4491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ark Blue Left Bar">
    <p:spTree>
      <p:nvGrpSpPr>
        <p:cNvPr id="1" name=""/>
        <p:cNvGrpSpPr/>
        <p:nvPr/>
      </p:nvGrpSpPr>
      <p:grpSpPr>
        <a:xfrm>
          <a:off x="0" y="0"/>
          <a:ext cx="0" cy="0"/>
          <a:chOff x="0" y="0"/>
          <a:chExt cx="0" cy="0"/>
        </a:xfrm>
      </p:grpSpPr>
      <p:sp>
        <p:nvSpPr>
          <p:cNvPr id="12" name="Google Shape;142;p23">
            <a:extLst>
              <a:ext uri="{FF2B5EF4-FFF2-40B4-BE49-F238E27FC236}">
                <a16:creationId xmlns:a16="http://schemas.microsoft.com/office/drawing/2014/main" id="{20296E92-7094-A702-9723-6C0F91656D60}"/>
              </a:ext>
            </a:extLst>
          </p:cNvPr>
          <p:cNvSpPr/>
          <p:nvPr/>
        </p:nvSpPr>
        <p:spPr>
          <a:xfrm>
            <a:off x="0" y="0"/>
            <a:ext cx="273138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itle 1"/>
          <p:cNvSpPr>
            <a:spLocks noGrp="1"/>
          </p:cNvSpPr>
          <p:nvPr>
            <p:ph type="title"/>
          </p:nvPr>
        </p:nvSpPr>
        <p:spPr>
          <a:xfrm>
            <a:off x="353539" y="291988"/>
            <a:ext cx="2377841" cy="473131"/>
          </a:xfrm>
        </p:spPr>
        <p:txBody>
          <a:bodyPr>
            <a:noAutofit/>
          </a:bodyPr>
          <a:lstStyle>
            <a:lvl1pPr>
              <a:defRPr sz="2600" b="1">
                <a:solidFill>
                  <a:schemeClr val="bg1"/>
                </a:solidFill>
              </a:defRPr>
            </a:lvl1pPr>
          </a:lstStyle>
          <a:p>
            <a:r>
              <a:rPr lang="en-US"/>
              <a:t>Click to edit Master title style</a:t>
            </a:r>
            <a:endParaRPr lang="en-US" dirty="0"/>
          </a:p>
        </p:txBody>
      </p:sp>
      <p:sp>
        <p:nvSpPr>
          <p:cNvPr id="13" name="Google Shape;173;p25">
            <a:extLst>
              <a:ext uri="{FF2B5EF4-FFF2-40B4-BE49-F238E27FC236}">
                <a16:creationId xmlns:a16="http://schemas.microsoft.com/office/drawing/2014/main" id="{A10AF59D-ABBE-0951-4030-2A73CC651E5F}"/>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14" name="TextBox 13">
            <a:extLst>
              <a:ext uri="{FF2B5EF4-FFF2-40B4-BE49-F238E27FC236}">
                <a16:creationId xmlns:a16="http://schemas.microsoft.com/office/drawing/2014/main" id="{E79F42F5-0329-A383-74D4-0B757CFCAD0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3" name="TextBox 2">
            <a:extLst>
              <a:ext uri="{FF2B5EF4-FFF2-40B4-BE49-F238E27FC236}">
                <a16:creationId xmlns:a16="http://schemas.microsoft.com/office/drawing/2014/main" id="{D489FA23-8BD3-56D4-BB4A-5BE09B8CB651}"/>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4" name="Google Shape;150;p23">
            <a:extLst>
              <a:ext uri="{FF2B5EF4-FFF2-40B4-BE49-F238E27FC236}">
                <a16:creationId xmlns:a16="http://schemas.microsoft.com/office/drawing/2014/main" id="{4C9665B1-5647-673F-BAF3-3DE55536918A}"/>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Content Placeholder 2">
            <a:extLst>
              <a:ext uri="{FF2B5EF4-FFF2-40B4-BE49-F238E27FC236}">
                <a16:creationId xmlns:a16="http://schemas.microsoft.com/office/drawing/2014/main" id="{35E79355-6C73-910D-8667-2AC02482BFD4}"/>
              </a:ext>
            </a:extLst>
          </p:cNvPr>
          <p:cNvSpPr>
            <a:spLocks noGrp="1"/>
          </p:cNvSpPr>
          <p:nvPr>
            <p:ph sz="quarter" idx="22"/>
          </p:nvPr>
        </p:nvSpPr>
        <p:spPr>
          <a:xfrm>
            <a:off x="457195" y="1527328"/>
            <a:ext cx="2133605" cy="2940580"/>
          </a:xfrm>
          <a:prstGeom prst="rect">
            <a:avLst/>
          </a:prstGeom>
        </p:spPr>
        <p:txBody>
          <a:bodyPr/>
          <a:lstStyle>
            <a:lvl1pPr>
              <a:lnSpc>
                <a:spcPct val="114000"/>
              </a:lnSpc>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Google Shape;56;p14">
            <a:extLst>
              <a:ext uri="{FF2B5EF4-FFF2-40B4-BE49-F238E27FC236}">
                <a16:creationId xmlns:a16="http://schemas.microsoft.com/office/drawing/2014/main" id="{B49EAA89-4C06-72E7-DA28-ECAC6E44B8E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F2957501-7DB5-338F-9A22-6347DAAFE8D4}"/>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5" name="Google Shape;142;p23">
            <a:extLst>
              <a:ext uri="{FF2B5EF4-FFF2-40B4-BE49-F238E27FC236}">
                <a16:creationId xmlns:a16="http://schemas.microsoft.com/office/drawing/2014/main" id="{06416D31-9899-FA40-6818-F6132DAB649F}"/>
              </a:ext>
            </a:extLst>
          </p:cNvPr>
          <p:cNvSpPr/>
          <p:nvPr/>
        </p:nvSpPr>
        <p:spPr>
          <a:xfrm>
            <a:off x="0" y="0"/>
            <a:ext cx="273138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73;p25">
            <a:extLst>
              <a:ext uri="{FF2B5EF4-FFF2-40B4-BE49-F238E27FC236}">
                <a16:creationId xmlns:a16="http://schemas.microsoft.com/office/drawing/2014/main" id="{7A56F632-1500-E82C-6F95-9968FD757A1C}"/>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9" name="TextBox 8">
            <a:extLst>
              <a:ext uri="{FF2B5EF4-FFF2-40B4-BE49-F238E27FC236}">
                <a16:creationId xmlns:a16="http://schemas.microsoft.com/office/drawing/2014/main" id="{B72899C4-BE88-F76B-4034-828933E87A1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1" name="TextBox 10">
            <a:extLst>
              <a:ext uri="{FF2B5EF4-FFF2-40B4-BE49-F238E27FC236}">
                <a16:creationId xmlns:a16="http://schemas.microsoft.com/office/drawing/2014/main" id="{F0120C26-E977-6CF4-23D9-AEC0299FFAE1}"/>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A3A0DB35-A63D-3274-BC5A-DCCAF5A861DE}"/>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56;p14">
            <a:extLst>
              <a:ext uri="{FF2B5EF4-FFF2-40B4-BE49-F238E27FC236}">
                <a16:creationId xmlns:a16="http://schemas.microsoft.com/office/drawing/2014/main" id="{B7E163C5-3D7D-2213-B0E6-B58E47D268E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702F6195-54EF-26AB-9821-6D4596BA72C8}"/>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18" name="Google Shape;142;p23">
            <a:extLst>
              <a:ext uri="{FF2B5EF4-FFF2-40B4-BE49-F238E27FC236}">
                <a16:creationId xmlns:a16="http://schemas.microsoft.com/office/drawing/2014/main" id="{C68CD9CF-C05C-2C34-6A24-0C2C9835DDA0}"/>
              </a:ext>
            </a:extLst>
          </p:cNvPr>
          <p:cNvSpPr/>
          <p:nvPr userDrawn="1"/>
        </p:nvSpPr>
        <p:spPr>
          <a:xfrm>
            <a:off x="0" y="0"/>
            <a:ext cx="273138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3;p25">
            <a:extLst>
              <a:ext uri="{FF2B5EF4-FFF2-40B4-BE49-F238E27FC236}">
                <a16:creationId xmlns:a16="http://schemas.microsoft.com/office/drawing/2014/main" id="{913ABB80-F462-70B4-5CA1-915412CB7FAA}"/>
              </a:ext>
            </a:extLst>
          </p:cNvPr>
          <p:cNvSpPr/>
          <p:nvPr userDrawn="1"/>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20" name="TextBox 19">
            <a:extLst>
              <a:ext uri="{FF2B5EF4-FFF2-40B4-BE49-F238E27FC236}">
                <a16:creationId xmlns:a16="http://schemas.microsoft.com/office/drawing/2014/main" id="{87E2BA70-C6E9-492D-C258-2CD14E7DAEFA}"/>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1" name="TextBox 20">
            <a:extLst>
              <a:ext uri="{FF2B5EF4-FFF2-40B4-BE49-F238E27FC236}">
                <a16:creationId xmlns:a16="http://schemas.microsoft.com/office/drawing/2014/main" id="{3BDBD98C-89CC-E3D1-AD8B-EBCE0B5447E9}"/>
              </a:ext>
            </a:extLst>
          </p:cNvPr>
          <p:cNvSpPr txBox="1"/>
          <p:nvPr userDrawn="1"/>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2" name="Google Shape;150;p23">
            <a:extLst>
              <a:ext uri="{FF2B5EF4-FFF2-40B4-BE49-F238E27FC236}">
                <a16:creationId xmlns:a16="http://schemas.microsoft.com/office/drawing/2014/main" id="{AB349951-AE01-17EE-97FF-03E7FEB5C0F7}"/>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56;p14">
            <a:extLst>
              <a:ext uri="{FF2B5EF4-FFF2-40B4-BE49-F238E27FC236}">
                <a16:creationId xmlns:a16="http://schemas.microsoft.com/office/drawing/2014/main" id="{87BBE3E9-9BE9-95E6-955D-564E19391AEC}"/>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 name="Google Shape;60;p14">
            <a:extLst>
              <a:ext uri="{FF2B5EF4-FFF2-40B4-BE49-F238E27FC236}">
                <a16:creationId xmlns:a16="http://schemas.microsoft.com/office/drawing/2014/main" id="{DC18EDD4-B56B-84FE-E308-36D5945D5A0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115039123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lank (footer only)">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 name="Google Shape;56;p14">
            <a:extLst>
              <a:ext uri="{FF2B5EF4-FFF2-40B4-BE49-F238E27FC236}">
                <a16:creationId xmlns:a16="http://schemas.microsoft.com/office/drawing/2014/main" id="{84366741-0379-76B3-ABA8-B7E1E0B9078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F537C9F7-8DD4-9BFC-D28D-76C1A5EC889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7460A82C-1631-91FA-886E-C908C25FBF2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56;p14">
            <a:extLst>
              <a:ext uri="{FF2B5EF4-FFF2-40B4-BE49-F238E27FC236}">
                <a16:creationId xmlns:a16="http://schemas.microsoft.com/office/drawing/2014/main" id="{741FC02B-FE9A-F5B8-92BE-30781A273C6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69890D6D-37E4-6BCE-6CCE-F913347E704D}"/>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7" name="TextBox 6">
            <a:extLst>
              <a:ext uri="{FF2B5EF4-FFF2-40B4-BE49-F238E27FC236}">
                <a16:creationId xmlns:a16="http://schemas.microsoft.com/office/drawing/2014/main" id="{68CAB7CB-4E8F-21EC-BD9B-41F4820A449A}"/>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Tree>
    <p:extLst>
      <p:ext uri="{BB962C8B-B14F-4D97-AF65-F5344CB8AC3E}">
        <p14:creationId xmlns:p14="http://schemas.microsoft.com/office/powerpoint/2010/main" val="11827007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ver 01">
    <p:bg>
      <p:bgPr>
        <a:solidFill>
          <a:schemeClr val="accent1"/>
        </a:solidFill>
        <a:effectLst/>
      </p:bgPr>
    </p:bg>
    <p:spTree>
      <p:nvGrpSpPr>
        <p:cNvPr id="1" name=""/>
        <p:cNvGrpSpPr/>
        <p:nvPr/>
      </p:nvGrpSpPr>
      <p:grpSpPr>
        <a:xfrm>
          <a:off x="0" y="0"/>
          <a:ext cx="0" cy="0"/>
          <a:chOff x="0" y="0"/>
          <a:chExt cx="0" cy="0"/>
        </a:xfrm>
      </p:grpSpPr>
      <p:grpSp>
        <p:nvGrpSpPr>
          <p:cNvPr id="12" name="Google Shape;187;p27">
            <a:extLst>
              <a:ext uri="{FF2B5EF4-FFF2-40B4-BE49-F238E27FC236}">
                <a16:creationId xmlns:a16="http://schemas.microsoft.com/office/drawing/2014/main" id="{D2CD792D-9D0E-7154-1D48-7E137433CC92}"/>
              </a:ext>
            </a:extLst>
          </p:cNvPr>
          <p:cNvGrpSpPr/>
          <p:nvPr/>
        </p:nvGrpSpPr>
        <p:grpSpPr>
          <a:xfrm>
            <a:off x="0" y="3771936"/>
            <a:ext cx="9143997" cy="1371564"/>
            <a:chOff x="-10" y="3735321"/>
            <a:chExt cx="9139427" cy="1408177"/>
          </a:xfrm>
        </p:grpSpPr>
        <p:pic>
          <p:nvPicPr>
            <p:cNvPr id="13" name="Google Shape;188;p27">
              <a:extLst>
                <a:ext uri="{FF2B5EF4-FFF2-40B4-BE49-F238E27FC236}">
                  <a16:creationId xmlns:a16="http://schemas.microsoft.com/office/drawing/2014/main" id="{294BDD61-B66B-EA4E-02A2-C849BC1D4DD0}"/>
                </a:ext>
              </a:extLst>
            </p:cNvPr>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14" name="Google Shape;189;p27">
              <a:extLst>
                <a:ext uri="{FF2B5EF4-FFF2-40B4-BE49-F238E27FC236}">
                  <a16:creationId xmlns:a16="http://schemas.microsoft.com/office/drawing/2014/main" id="{0C496021-1805-CB5A-DD3C-3599E614033B}"/>
                </a:ext>
              </a:extLst>
            </p:cNvPr>
            <p:cNvPicPr preferRelativeResize="0"/>
            <p:nvPr/>
          </p:nvPicPr>
          <p:blipFill rotWithShape="1">
            <a:blip r:embed="rId3">
              <a:alphaModFix/>
            </a:blip>
            <a:srcRect t="139" b="139"/>
            <a:stretch/>
          </p:blipFill>
          <p:spPr>
            <a:xfrm>
              <a:off x="3049515" y="3735321"/>
              <a:ext cx="3044952" cy="1408177"/>
            </a:xfrm>
            <a:prstGeom prst="rect">
              <a:avLst/>
            </a:prstGeom>
            <a:noFill/>
            <a:ln>
              <a:noFill/>
            </a:ln>
          </p:spPr>
        </p:pic>
        <p:pic>
          <p:nvPicPr>
            <p:cNvPr id="15" name="Google Shape;190;p27">
              <a:extLst>
                <a:ext uri="{FF2B5EF4-FFF2-40B4-BE49-F238E27FC236}">
                  <a16:creationId xmlns:a16="http://schemas.microsoft.com/office/drawing/2014/main" id="{0F8328AB-2E67-4244-956C-F3F118248A25}"/>
                </a:ext>
              </a:extLst>
            </p:cNvPr>
            <p:cNvPicPr preferRelativeResize="0"/>
            <p:nvPr/>
          </p:nvPicPr>
          <p:blipFill rotWithShape="1">
            <a:blip r:embed="rId4">
              <a:alphaModFix/>
            </a:blip>
            <a:srcRect t="139" b="139"/>
            <a:stretch/>
          </p:blipFill>
          <p:spPr>
            <a:xfrm>
              <a:off x="6094465" y="3735321"/>
              <a:ext cx="3044952" cy="1408177"/>
            </a:xfrm>
            <a:prstGeom prst="rect">
              <a:avLst/>
            </a:prstGeom>
            <a:noFill/>
            <a:ln>
              <a:noFill/>
            </a:ln>
          </p:spPr>
        </p:pic>
      </p:grpSp>
      <p:sp>
        <p:nvSpPr>
          <p:cNvPr id="2" name="Title 1"/>
          <p:cNvSpPr>
            <a:spLocks noGrp="1"/>
          </p:cNvSpPr>
          <p:nvPr>
            <p:ph type="ctrTitle"/>
          </p:nvPr>
        </p:nvSpPr>
        <p:spPr>
          <a:xfrm>
            <a:off x="352602" y="1956685"/>
            <a:ext cx="8372297" cy="1162750"/>
          </a:xfrm>
        </p:spPr>
        <p:txBody>
          <a:bodyPr anchor="b"/>
          <a:lstStyle>
            <a:lvl1pPr algn="l">
              <a:lnSpc>
                <a:spcPct val="85000"/>
              </a:lnSpc>
              <a:defRPr sz="4400" b="1" i="0" cap="all" baseline="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364876" y="3131803"/>
            <a:ext cx="8372297"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4" name="Content Placeholder 22">
            <a:extLst>
              <a:ext uri="{FF2B5EF4-FFF2-40B4-BE49-F238E27FC236}">
                <a16:creationId xmlns:a16="http://schemas.microsoft.com/office/drawing/2014/main" id="{AC8C4274-C67A-0600-F861-FBC656C87CFC}"/>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4" name="Google Shape;312;p42">
            <a:extLst>
              <a:ext uri="{FF2B5EF4-FFF2-40B4-BE49-F238E27FC236}">
                <a16:creationId xmlns:a16="http://schemas.microsoft.com/office/drawing/2014/main" id="{1591503E-8CB9-FC42-F0AE-B58DAA9DF0B4}"/>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5" name="Google Shape;187;p27">
            <a:extLst>
              <a:ext uri="{FF2B5EF4-FFF2-40B4-BE49-F238E27FC236}">
                <a16:creationId xmlns:a16="http://schemas.microsoft.com/office/drawing/2014/main" id="{5D125E31-9219-407D-7AA5-4790E9848DC0}"/>
              </a:ext>
            </a:extLst>
          </p:cNvPr>
          <p:cNvGrpSpPr/>
          <p:nvPr/>
        </p:nvGrpSpPr>
        <p:grpSpPr>
          <a:xfrm>
            <a:off x="0" y="3771936"/>
            <a:ext cx="9143997" cy="1371564"/>
            <a:chOff x="-10" y="3735321"/>
            <a:chExt cx="9139427" cy="1408177"/>
          </a:xfrm>
        </p:grpSpPr>
        <p:pic>
          <p:nvPicPr>
            <p:cNvPr id="6" name="Google Shape;188;p27">
              <a:extLst>
                <a:ext uri="{FF2B5EF4-FFF2-40B4-BE49-F238E27FC236}">
                  <a16:creationId xmlns:a16="http://schemas.microsoft.com/office/drawing/2014/main" id="{4F9EC6E6-C430-F191-A326-935144C130C9}"/>
                </a:ext>
              </a:extLst>
            </p:cNvPr>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7" name="Google Shape;189;p27">
              <a:extLst>
                <a:ext uri="{FF2B5EF4-FFF2-40B4-BE49-F238E27FC236}">
                  <a16:creationId xmlns:a16="http://schemas.microsoft.com/office/drawing/2014/main" id="{5536DFA2-D5A6-858A-695F-2BC6E8B494DD}"/>
                </a:ext>
              </a:extLst>
            </p:cNvPr>
            <p:cNvPicPr preferRelativeResize="0"/>
            <p:nvPr/>
          </p:nvPicPr>
          <p:blipFill rotWithShape="1">
            <a:blip r:embed="rId3">
              <a:alphaModFix/>
            </a:blip>
            <a:srcRect t="139" b="139"/>
            <a:stretch/>
          </p:blipFill>
          <p:spPr>
            <a:xfrm>
              <a:off x="3049515" y="3735321"/>
              <a:ext cx="3044952" cy="1408177"/>
            </a:xfrm>
            <a:prstGeom prst="rect">
              <a:avLst/>
            </a:prstGeom>
            <a:noFill/>
            <a:ln>
              <a:noFill/>
            </a:ln>
          </p:spPr>
        </p:pic>
        <p:pic>
          <p:nvPicPr>
            <p:cNvPr id="9" name="Google Shape;190;p27">
              <a:extLst>
                <a:ext uri="{FF2B5EF4-FFF2-40B4-BE49-F238E27FC236}">
                  <a16:creationId xmlns:a16="http://schemas.microsoft.com/office/drawing/2014/main" id="{D6A0656D-6493-1A90-31D5-871531CA8193}"/>
                </a:ext>
              </a:extLst>
            </p:cNvPr>
            <p:cNvPicPr preferRelativeResize="0"/>
            <p:nvPr/>
          </p:nvPicPr>
          <p:blipFill rotWithShape="1">
            <a:blip r:embed="rId4">
              <a:alphaModFix/>
            </a:blip>
            <a:srcRect t="139" b="139"/>
            <a:stretch/>
          </p:blipFill>
          <p:spPr>
            <a:xfrm>
              <a:off x="6094465" y="3735321"/>
              <a:ext cx="3044952" cy="1408177"/>
            </a:xfrm>
            <a:prstGeom prst="rect">
              <a:avLst/>
            </a:prstGeom>
            <a:noFill/>
            <a:ln>
              <a:noFill/>
            </a:ln>
          </p:spPr>
        </p:pic>
      </p:grpSp>
      <p:sp>
        <p:nvSpPr>
          <p:cNvPr id="10" name="Google Shape;56;p14">
            <a:extLst>
              <a:ext uri="{FF2B5EF4-FFF2-40B4-BE49-F238E27FC236}">
                <a16:creationId xmlns:a16="http://schemas.microsoft.com/office/drawing/2014/main" id="{1C59E60C-CB4C-CAB2-67BB-00C77CE595A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195;p27">
            <a:extLst>
              <a:ext uri="{FF2B5EF4-FFF2-40B4-BE49-F238E27FC236}">
                <a16:creationId xmlns:a16="http://schemas.microsoft.com/office/drawing/2014/main" id="{CB0D75CA-9092-11DB-9ADA-64FECB280163}"/>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6" name="Google Shape;312;p42">
            <a:extLst>
              <a:ext uri="{FF2B5EF4-FFF2-40B4-BE49-F238E27FC236}">
                <a16:creationId xmlns:a16="http://schemas.microsoft.com/office/drawing/2014/main" id="{B37774FD-9812-834B-3468-2ACD3514F2C2}"/>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8" name="Google Shape;187;p27">
            <a:extLst>
              <a:ext uri="{FF2B5EF4-FFF2-40B4-BE49-F238E27FC236}">
                <a16:creationId xmlns:a16="http://schemas.microsoft.com/office/drawing/2014/main" id="{9FEB134A-416D-6C7B-7F6E-D32E2814713E}"/>
              </a:ext>
            </a:extLst>
          </p:cNvPr>
          <p:cNvGrpSpPr/>
          <p:nvPr userDrawn="1"/>
        </p:nvGrpSpPr>
        <p:grpSpPr>
          <a:xfrm>
            <a:off x="0" y="3771936"/>
            <a:ext cx="9143997" cy="1371564"/>
            <a:chOff x="-10" y="3735321"/>
            <a:chExt cx="9139427" cy="1408177"/>
          </a:xfrm>
        </p:grpSpPr>
        <p:pic>
          <p:nvPicPr>
            <p:cNvPr id="19" name="Google Shape;188;p27">
              <a:extLst>
                <a:ext uri="{FF2B5EF4-FFF2-40B4-BE49-F238E27FC236}">
                  <a16:creationId xmlns:a16="http://schemas.microsoft.com/office/drawing/2014/main" id="{9A7099F7-D12D-E882-59C8-54B19FE250D6}"/>
                </a:ext>
              </a:extLst>
            </p:cNvPr>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20" name="Google Shape;189;p27">
              <a:extLst>
                <a:ext uri="{FF2B5EF4-FFF2-40B4-BE49-F238E27FC236}">
                  <a16:creationId xmlns:a16="http://schemas.microsoft.com/office/drawing/2014/main" id="{D67FD1B4-9803-3CF8-54F1-C302E0A8296C}"/>
                </a:ext>
              </a:extLst>
            </p:cNvPr>
            <p:cNvPicPr preferRelativeResize="0"/>
            <p:nvPr userDrawn="1"/>
          </p:nvPicPr>
          <p:blipFill rotWithShape="1">
            <a:blip r:embed="rId3">
              <a:alphaModFix/>
            </a:blip>
            <a:srcRect t="139" b="139"/>
            <a:stretch/>
          </p:blipFill>
          <p:spPr>
            <a:xfrm>
              <a:off x="3049515" y="3735321"/>
              <a:ext cx="3044952" cy="1408177"/>
            </a:xfrm>
            <a:prstGeom prst="rect">
              <a:avLst/>
            </a:prstGeom>
            <a:noFill/>
            <a:ln>
              <a:noFill/>
            </a:ln>
          </p:spPr>
        </p:pic>
        <p:pic>
          <p:nvPicPr>
            <p:cNvPr id="21" name="Google Shape;190;p27">
              <a:extLst>
                <a:ext uri="{FF2B5EF4-FFF2-40B4-BE49-F238E27FC236}">
                  <a16:creationId xmlns:a16="http://schemas.microsoft.com/office/drawing/2014/main" id="{4541A2A9-70E3-5E79-052A-8E3935082CA8}"/>
                </a:ext>
              </a:extLst>
            </p:cNvPr>
            <p:cNvPicPr preferRelativeResize="0"/>
            <p:nvPr/>
          </p:nvPicPr>
          <p:blipFill rotWithShape="1">
            <a:blip r:embed="rId4">
              <a:alphaModFix/>
            </a:blip>
            <a:srcRect t="139" b="139"/>
            <a:stretch/>
          </p:blipFill>
          <p:spPr>
            <a:xfrm>
              <a:off x="6094465" y="3735321"/>
              <a:ext cx="3044952" cy="1408177"/>
            </a:xfrm>
            <a:prstGeom prst="rect">
              <a:avLst/>
            </a:prstGeom>
            <a:noFill/>
            <a:ln>
              <a:noFill/>
            </a:ln>
          </p:spPr>
        </p:pic>
      </p:grpSp>
      <p:sp>
        <p:nvSpPr>
          <p:cNvPr id="22" name="Google Shape;56;p14">
            <a:extLst>
              <a:ext uri="{FF2B5EF4-FFF2-40B4-BE49-F238E27FC236}">
                <a16:creationId xmlns:a16="http://schemas.microsoft.com/office/drawing/2014/main" id="{D9422024-FF7F-2DDA-3FA8-89A32EECB07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3" name="Google Shape;195;p27">
            <a:extLst>
              <a:ext uri="{FF2B5EF4-FFF2-40B4-BE49-F238E27FC236}">
                <a16:creationId xmlns:a16="http://schemas.microsoft.com/office/drawing/2014/main" id="{DC8F3D6B-AAC3-5F31-B4FA-1F34D2918FDA}"/>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5" name="Google Shape;312;p42">
            <a:extLst>
              <a:ext uri="{FF2B5EF4-FFF2-40B4-BE49-F238E27FC236}">
                <a16:creationId xmlns:a16="http://schemas.microsoft.com/office/drawing/2014/main" id="{7BF276F7-91E5-90D7-ABEF-7761E7349F53}"/>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3306108044"/>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ver 02">
    <p:bg>
      <p:bgPr>
        <a:solidFill>
          <a:schemeClr val="accent1"/>
        </a:solidFill>
        <a:effectLst/>
      </p:bgPr>
    </p:bg>
    <p:spTree>
      <p:nvGrpSpPr>
        <p:cNvPr id="1" name=""/>
        <p:cNvGrpSpPr/>
        <p:nvPr/>
      </p:nvGrpSpPr>
      <p:grpSpPr>
        <a:xfrm>
          <a:off x="0" y="0"/>
          <a:ext cx="0" cy="0"/>
          <a:chOff x="0" y="0"/>
          <a:chExt cx="0" cy="0"/>
        </a:xfrm>
      </p:grpSpPr>
      <p:grpSp>
        <p:nvGrpSpPr>
          <p:cNvPr id="4" name="Google Shape;197;p28">
            <a:extLst>
              <a:ext uri="{FF2B5EF4-FFF2-40B4-BE49-F238E27FC236}">
                <a16:creationId xmlns:a16="http://schemas.microsoft.com/office/drawing/2014/main" id="{E334A711-9EE0-A19D-F45C-2D7B437C6ABD}"/>
              </a:ext>
            </a:extLst>
          </p:cNvPr>
          <p:cNvGrpSpPr/>
          <p:nvPr/>
        </p:nvGrpSpPr>
        <p:grpSpPr>
          <a:xfrm>
            <a:off x="-2" y="2914850"/>
            <a:ext cx="9143627" cy="2228425"/>
            <a:chOff x="-834856" y="2711517"/>
            <a:chExt cx="9978858" cy="2431981"/>
          </a:xfrm>
        </p:grpSpPr>
        <p:pic>
          <p:nvPicPr>
            <p:cNvPr id="5" name="Google Shape;198;p28">
              <a:extLst>
                <a:ext uri="{FF2B5EF4-FFF2-40B4-BE49-F238E27FC236}">
                  <a16:creationId xmlns:a16="http://schemas.microsoft.com/office/drawing/2014/main" id="{DC8A6625-35A2-10CD-2482-E132F6E8779E}"/>
                </a:ext>
              </a:extLst>
            </p:cNvPr>
            <p:cNvPicPr preferRelativeResize="0"/>
            <p:nvPr/>
          </p:nvPicPr>
          <p:blipFill rotWithShape="1">
            <a:blip r:embed="rId2">
              <a:alphaModFix amt="85000"/>
            </a:blip>
            <a:srcRect l="45992" t="24707" b="30782"/>
            <a:stretch/>
          </p:blipFill>
          <p:spPr>
            <a:xfrm>
              <a:off x="-834856" y="2711517"/>
              <a:ext cx="3540541" cy="2431980"/>
            </a:xfrm>
            <a:prstGeom prst="rect">
              <a:avLst/>
            </a:prstGeom>
            <a:noFill/>
            <a:ln>
              <a:noFill/>
            </a:ln>
          </p:spPr>
        </p:pic>
        <p:pic>
          <p:nvPicPr>
            <p:cNvPr id="6" name="Google Shape;199;p28">
              <a:extLst>
                <a:ext uri="{FF2B5EF4-FFF2-40B4-BE49-F238E27FC236}">
                  <a16:creationId xmlns:a16="http://schemas.microsoft.com/office/drawing/2014/main" id="{3DCB4B56-DF87-5039-B22C-7160128B8233}"/>
                </a:ext>
              </a:extLst>
            </p:cNvPr>
            <p:cNvPicPr preferRelativeResize="0"/>
            <p:nvPr/>
          </p:nvPicPr>
          <p:blipFill rotWithShape="1">
            <a:blip r:embed="rId3">
              <a:alphaModFix amt="85000"/>
            </a:blip>
            <a:srcRect t="25271" r="1931" b="30786"/>
            <a:stretch/>
          </p:blipFill>
          <p:spPr>
            <a:xfrm>
              <a:off x="2715550" y="2742300"/>
              <a:ext cx="6428452" cy="2401198"/>
            </a:xfrm>
            <a:prstGeom prst="rect">
              <a:avLst/>
            </a:prstGeom>
            <a:noFill/>
            <a:ln>
              <a:noFill/>
            </a:ln>
          </p:spPr>
        </p:pic>
      </p:grpSp>
      <p:sp>
        <p:nvSpPr>
          <p:cNvPr id="2" name="Title 1"/>
          <p:cNvSpPr>
            <a:spLocks noGrp="1"/>
          </p:cNvSpPr>
          <p:nvPr>
            <p:ph type="ctrTitle"/>
          </p:nvPr>
        </p:nvSpPr>
        <p:spPr>
          <a:xfrm>
            <a:off x="352603" y="1956685"/>
            <a:ext cx="7254828"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806489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9" name="Content Placeholder 22">
            <a:extLst>
              <a:ext uri="{FF2B5EF4-FFF2-40B4-BE49-F238E27FC236}">
                <a16:creationId xmlns:a16="http://schemas.microsoft.com/office/drawing/2014/main" id="{E5E870D2-D674-003F-77CD-50FC9B24997C}"/>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7" name="Google Shape;312;p42">
            <a:extLst>
              <a:ext uri="{FF2B5EF4-FFF2-40B4-BE49-F238E27FC236}">
                <a16:creationId xmlns:a16="http://schemas.microsoft.com/office/drawing/2014/main" id="{B384B300-644A-566E-D51D-600516E327D7}"/>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0" name="Google Shape;197;p28">
            <a:extLst>
              <a:ext uri="{FF2B5EF4-FFF2-40B4-BE49-F238E27FC236}">
                <a16:creationId xmlns:a16="http://schemas.microsoft.com/office/drawing/2014/main" id="{A8427D3F-EB8E-86EE-50BB-711BEA91CA26}"/>
              </a:ext>
            </a:extLst>
          </p:cNvPr>
          <p:cNvGrpSpPr/>
          <p:nvPr/>
        </p:nvGrpSpPr>
        <p:grpSpPr>
          <a:xfrm>
            <a:off x="-2" y="2914850"/>
            <a:ext cx="9143627" cy="2228425"/>
            <a:chOff x="-834856" y="2711517"/>
            <a:chExt cx="9978858" cy="2431981"/>
          </a:xfrm>
        </p:grpSpPr>
        <p:pic>
          <p:nvPicPr>
            <p:cNvPr id="11" name="Google Shape;198;p28">
              <a:extLst>
                <a:ext uri="{FF2B5EF4-FFF2-40B4-BE49-F238E27FC236}">
                  <a16:creationId xmlns:a16="http://schemas.microsoft.com/office/drawing/2014/main" id="{588814F5-DEB4-8501-93EF-7624679B3BFF}"/>
                </a:ext>
              </a:extLst>
            </p:cNvPr>
            <p:cNvPicPr preferRelativeResize="0"/>
            <p:nvPr/>
          </p:nvPicPr>
          <p:blipFill rotWithShape="1">
            <a:blip r:embed="rId2">
              <a:alphaModFix amt="85000"/>
            </a:blip>
            <a:srcRect l="45992" t="24707" b="30782"/>
            <a:stretch/>
          </p:blipFill>
          <p:spPr>
            <a:xfrm>
              <a:off x="-834856" y="2711517"/>
              <a:ext cx="3540541" cy="2431980"/>
            </a:xfrm>
            <a:prstGeom prst="rect">
              <a:avLst/>
            </a:prstGeom>
            <a:noFill/>
            <a:ln>
              <a:noFill/>
            </a:ln>
          </p:spPr>
        </p:pic>
        <p:pic>
          <p:nvPicPr>
            <p:cNvPr id="12" name="Google Shape;199;p28">
              <a:extLst>
                <a:ext uri="{FF2B5EF4-FFF2-40B4-BE49-F238E27FC236}">
                  <a16:creationId xmlns:a16="http://schemas.microsoft.com/office/drawing/2014/main" id="{4DB478C0-D60C-AC65-6A26-77790708DB87}"/>
                </a:ext>
              </a:extLst>
            </p:cNvPr>
            <p:cNvPicPr preferRelativeResize="0"/>
            <p:nvPr/>
          </p:nvPicPr>
          <p:blipFill rotWithShape="1">
            <a:blip r:embed="rId3">
              <a:alphaModFix amt="85000"/>
            </a:blip>
            <a:srcRect t="25271" r="1931" b="30786"/>
            <a:stretch/>
          </p:blipFill>
          <p:spPr>
            <a:xfrm>
              <a:off x="2715550" y="2742300"/>
              <a:ext cx="6428452" cy="2401198"/>
            </a:xfrm>
            <a:prstGeom prst="rect">
              <a:avLst/>
            </a:prstGeom>
            <a:noFill/>
            <a:ln>
              <a:noFill/>
            </a:ln>
          </p:spPr>
        </p:pic>
      </p:grpSp>
      <p:sp>
        <p:nvSpPr>
          <p:cNvPr id="13" name="Google Shape;56;p14">
            <a:extLst>
              <a:ext uri="{FF2B5EF4-FFF2-40B4-BE49-F238E27FC236}">
                <a16:creationId xmlns:a16="http://schemas.microsoft.com/office/drawing/2014/main" id="{3B36DFB3-C8B7-9EB3-4F3A-61E13C13AD1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195;p27">
            <a:extLst>
              <a:ext uri="{FF2B5EF4-FFF2-40B4-BE49-F238E27FC236}">
                <a16:creationId xmlns:a16="http://schemas.microsoft.com/office/drawing/2014/main" id="{D19AC9D1-5034-2AF3-562F-0B8318710522}"/>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5" name="Google Shape;312;p42">
            <a:extLst>
              <a:ext uri="{FF2B5EF4-FFF2-40B4-BE49-F238E27FC236}">
                <a16:creationId xmlns:a16="http://schemas.microsoft.com/office/drawing/2014/main" id="{5568893E-CF6C-8704-AB24-3D815EA87609}"/>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6" name="Google Shape;197;p28">
            <a:extLst>
              <a:ext uri="{FF2B5EF4-FFF2-40B4-BE49-F238E27FC236}">
                <a16:creationId xmlns:a16="http://schemas.microsoft.com/office/drawing/2014/main" id="{6EAC7623-215F-53D2-7909-6645F1A0712F}"/>
              </a:ext>
            </a:extLst>
          </p:cNvPr>
          <p:cNvGrpSpPr/>
          <p:nvPr userDrawn="1"/>
        </p:nvGrpSpPr>
        <p:grpSpPr>
          <a:xfrm>
            <a:off x="-2" y="2914850"/>
            <a:ext cx="9143627" cy="2228425"/>
            <a:chOff x="-834856" y="2711517"/>
            <a:chExt cx="9978858" cy="2431981"/>
          </a:xfrm>
        </p:grpSpPr>
        <p:pic>
          <p:nvPicPr>
            <p:cNvPr id="18" name="Google Shape;198;p28">
              <a:extLst>
                <a:ext uri="{FF2B5EF4-FFF2-40B4-BE49-F238E27FC236}">
                  <a16:creationId xmlns:a16="http://schemas.microsoft.com/office/drawing/2014/main" id="{546100B3-A16A-51E0-000A-6BF2A8235722}"/>
                </a:ext>
              </a:extLst>
            </p:cNvPr>
            <p:cNvPicPr preferRelativeResize="0"/>
            <p:nvPr/>
          </p:nvPicPr>
          <p:blipFill rotWithShape="1">
            <a:blip r:embed="rId2">
              <a:alphaModFix amt="85000"/>
            </a:blip>
            <a:srcRect l="45992" t="24707" b="30782"/>
            <a:stretch/>
          </p:blipFill>
          <p:spPr>
            <a:xfrm>
              <a:off x="-834856" y="2711517"/>
              <a:ext cx="3540541" cy="2431980"/>
            </a:xfrm>
            <a:prstGeom prst="rect">
              <a:avLst/>
            </a:prstGeom>
            <a:noFill/>
            <a:ln>
              <a:noFill/>
            </a:ln>
          </p:spPr>
        </p:pic>
        <p:pic>
          <p:nvPicPr>
            <p:cNvPr id="19" name="Google Shape;199;p28">
              <a:extLst>
                <a:ext uri="{FF2B5EF4-FFF2-40B4-BE49-F238E27FC236}">
                  <a16:creationId xmlns:a16="http://schemas.microsoft.com/office/drawing/2014/main" id="{62A7B604-857E-2133-F89C-5B639326C59D}"/>
                </a:ext>
              </a:extLst>
            </p:cNvPr>
            <p:cNvPicPr preferRelativeResize="0"/>
            <p:nvPr/>
          </p:nvPicPr>
          <p:blipFill rotWithShape="1">
            <a:blip r:embed="rId3">
              <a:alphaModFix amt="85000"/>
            </a:blip>
            <a:srcRect t="25271" r="1931" b="30786"/>
            <a:stretch/>
          </p:blipFill>
          <p:spPr>
            <a:xfrm>
              <a:off x="2715550" y="2742300"/>
              <a:ext cx="6428452" cy="2401198"/>
            </a:xfrm>
            <a:prstGeom prst="rect">
              <a:avLst/>
            </a:prstGeom>
            <a:noFill/>
            <a:ln>
              <a:noFill/>
            </a:ln>
          </p:spPr>
        </p:pic>
      </p:grpSp>
      <p:sp>
        <p:nvSpPr>
          <p:cNvPr id="20" name="Google Shape;56;p14">
            <a:extLst>
              <a:ext uri="{FF2B5EF4-FFF2-40B4-BE49-F238E27FC236}">
                <a16:creationId xmlns:a16="http://schemas.microsoft.com/office/drawing/2014/main" id="{DDB91D12-B04D-DBD9-C6E3-9A8D4A82EDC0}"/>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1" name="Google Shape;195;p27">
            <a:extLst>
              <a:ext uri="{FF2B5EF4-FFF2-40B4-BE49-F238E27FC236}">
                <a16:creationId xmlns:a16="http://schemas.microsoft.com/office/drawing/2014/main" id="{764EB903-6750-0CA4-56AC-59084A476139}"/>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2" name="Google Shape;312;p42">
            <a:extLst>
              <a:ext uri="{FF2B5EF4-FFF2-40B4-BE49-F238E27FC236}">
                <a16:creationId xmlns:a16="http://schemas.microsoft.com/office/drawing/2014/main" id="{CA4A0CEB-B494-39B4-89F6-187CE30F6EB5}"/>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2852764322"/>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ver 03">
    <p:bg>
      <p:bgPr>
        <a:solidFill>
          <a:schemeClr val="accent1"/>
        </a:solidFill>
        <a:effectLst/>
      </p:bgPr>
    </p:bg>
    <p:spTree>
      <p:nvGrpSpPr>
        <p:cNvPr id="1" name=""/>
        <p:cNvGrpSpPr/>
        <p:nvPr/>
      </p:nvGrpSpPr>
      <p:grpSpPr>
        <a:xfrm>
          <a:off x="0" y="0"/>
          <a:ext cx="0" cy="0"/>
          <a:chOff x="0" y="0"/>
          <a:chExt cx="0" cy="0"/>
        </a:xfrm>
      </p:grpSpPr>
      <p:grpSp>
        <p:nvGrpSpPr>
          <p:cNvPr id="7" name="Google Shape;208;p29">
            <a:extLst>
              <a:ext uri="{FF2B5EF4-FFF2-40B4-BE49-F238E27FC236}">
                <a16:creationId xmlns:a16="http://schemas.microsoft.com/office/drawing/2014/main" id="{2AE7B616-A893-FCC1-436A-094AF25B10D0}"/>
              </a:ext>
            </a:extLst>
          </p:cNvPr>
          <p:cNvGrpSpPr/>
          <p:nvPr/>
        </p:nvGrpSpPr>
        <p:grpSpPr>
          <a:xfrm rot="-5400000">
            <a:off x="5223451" y="1196298"/>
            <a:ext cx="5164226" cy="2747927"/>
            <a:chOff x="1155183" y="3814094"/>
            <a:chExt cx="3118306" cy="1659276"/>
          </a:xfrm>
        </p:grpSpPr>
        <p:pic>
          <p:nvPicPr>
            <p:cNvPr id="9" name="Google Shape;209;p29">
              <a:extLst>
                <a:ext uri="{FF2B5EF4-FFF2-40B4-BE49-F238E27FC236}">
                  <a16:creationId xmlns:a16="http://schemas.microsoft.com/office/drawing/2014/main" id="{F1CA60C3-7E47-7B46-5EA9-337975EF3216}"/>
                </a:ext>
              </a:extLst>
            </p:cNvPr>
            <p:cNvPicPr preferRelativeResize="0"/>
            <p:nvPr/>
          </p:nvPicPr>
          <p:blipFill rotWithShape="1">
            <a:blip r:embed="rId2">
              <a:alphaModFix/>
            </a:blip>
            <a:srcRect l="37919" t="24705" b="10228"/>
            <a:stretch/>
          </p:blipFill>
          <p:spPr>
            <a:xfrm>
              <a:off x="1155183" y="3814094"/>
              <a:ext cx="1891297" cy="1652133"/>
            </a:xfrm>
            <a:prstGeom prst="rect">
              <a:avLst/>
            </a:prstGeom>
            <a:noFill/>
            <a:ln>
              <a:noFill/>
            </a:ln>
          </p:spPr>
        </p:pic>
        <p:pic>
          <p:nvPicPr>
            <p:cNvPr id="10" name="Google Shape;210;p29">
              <a:extLst>
                <a:ext uri="{FF2B5EF4-FFF2-40B4-BE49-F238E27FC236}">
                  <a16:creationId xmlns:a16="http://schemas.microsoft.com/office/drawing/2014/main" id="{71453704-295F-145A-734B-086AC7E582BC}"/>
                </a:ext>
              </a:extLst>
            </p:cNvPr>
            <p:cNvPicPr preferRelativeResize="0"/>
            <p:nvPr/>
          </p:nvPicPr>
          <p:blipFill rotWithShape="1">
            <a:blip r:embed="rId3">
              <a:alphaModFix/>
            </a:blip>
            <a:srcRect t="25270" r="59873" b="9950"/>
            <a:stretch/>
          </p:blipFill>
          <p:spPr>
            <a:xfrm>
              <a:off x="3051053" y="3828390"/>
              <a:ext cx="1222436" cy="1644980"/>
            </a:xfrm>
            <a:prstGeom prst="rect">
              <a:avLst/>
            </a:prstGeom>
            <a:noFill/>
            <a:ln>
              <a:noFill/>
            </a:ln>
          </p:spPr>
        </p:pic>
      </p:grpSp>
      <p:sp>
        <p:nvSpPr>
          <p:cNvPr id="2" name="Title 1"/>
          <p:cNvSpPr>
            <a:spLocks noGrp="1"/>
          </p:cNvSpPr>
          <p:nvPr>
            <p:ph type="ctrTitle"/>
          </p:nvPr>
        </p:nvSpPr>
        <p:spPr>
          <a:xfrm>
            <a:off x="352602" y="1956685"/>
            <a:ext cx="7207695"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806489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1" name="Content Placeholder 22">
            <a:extLst>
              <a:ext uri="{FF2B5EF4-FFF2-40B4-BE49-F238E27FC236}">
                <a16:creationId xmlns:a16="http://schemas.microsoft.com/office/drawing/2014/main" id="{C71A5C91-BF88-FAE1-FBFF-10E097A0EE3F}"/>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4" name="Google Shape;312;p42">
            <a:extLst>
              <a:ext uri="{FF2B5EF4-FFF2-40B4-BE49-F238E27FC236}">
                <a16:creationId xmlns:a16="http://schemas.microsoft.com/office/drawing/2014/main" id="{1B4CCCF1-A520-0AF5-AC32-7CD8C18A6EC7}"/>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5" name="Google Shape;208;p29">
            <a:extLst>
              <a:ext uri="{FF2B5EF4-FFF2-40B4-BE49-F238E27FC236}">
                <a16:creationId xmlns:a16="http://schemas.microsoft.com/office/drawing/2014/main" id="{A2ABA971-7BF3-68E7-6BE3-B8042BB8F8EF}"/>
              </a:ext>
            </a:extLst>
          </p:cNvPr>
          <p:cNvGrpSpPr/>
          <p:nvPr/>
        </p:nvGrpSpPr>
        <p:grpSpPr>
          <a:xfrm rot="-5400000">
            <a:off x="5223451" y="1196298"/>
            <a:ext cx="5164226" cy="2747927"/>
            <a:chOff x="1155183" y="3814094"/>
            <a:chExt cx="3118306" cy="1659276"/>
          </a:xfrm>
        </p:grpSpPr>
        <p:pic>
          <p:nvPicPr>
            <p:cNvPr id="6" name="Google Shape;209;p29">
              <a:extLst>
                <a:ext uri="{FF2B5EF4-FFF2-40B4-BE49-F238E27FC236}">
                  <a16:creationId xmlns:a16="http://schemas.microsoft.com/office/drawing/2014/main" id="{EECB4F95-9E29-FD12-A07F-B7BA1C70018A}"/>
                </a:ext>
              </a:extLst>
            </p:cNvPr>
            <p:cNvPicPr preferRelativeResize="0"/>
            <p:nvPr/>
          </p:nvPicPr>
          <p:blipFill rotWithShape="1">
            <a:blip r:embed="rId2">
              <a:alphaModFix/>
            </a:blip>
            <a:srcRect l="37919" t="24705" b="10228"/>
            <a:stretch/>
          </p:blipFill>
          <p:spPr>
            <a:xfrm>
              <a:off x="1155183" y="3814094"/>
              <a:ext cx="1891297" cy="1652133"/>
            </a:xfrm>
            <a:prstGeom prst="rect">
              <a:avLst/>
            </a:prstGeom>
            <a:noFill/>
            <a:ln>
              <a:noFill/>
            </a:ln>
          </p:spPr>
        </p:pic>
        <p:pic>
          <p:nvPicPr>
            <p:cNvPr id="12" name="Google Shape;210;p29">
              <a:extLst>
                <a:ext uri="{FF2B5EF4-FFF2-40B4-BE49-F238E27FC236}">
                  <a16:creationId xmlns:a16="http://schemas.microsoft.com/office/drawing/2014/main" id="{0649938E-1FE0-EE3E-4DE8-1DDBD6EFC56D}"/>
                </a:ext>
              </a:extLst>
            </p:cNvPr>
            <p:cNvPicPr preferRelativeResize="0"/>
            <p:nvPr/>
          </p:nvPicPr>
          <p:blipFill rotWithShape="1">
            <a:blip r:embed="rId3">
              <a:alphaModFix/>
            </a:blip>
            <a:srcRect t="25270" r="59873" b="9950"/>
            <a:stretch/>
          </p:blipFill>
          <p:spPr>
            <a:xfrm>
              <a:off x="3051053" y="3828390"/>
              <a:ext cx="1222436" cy="1644980"/>
            </a:xfrm>
            <a:prstGeom prst="rect">
              <a:avLst/>
            </a:prstGeom>
            <a:noFill/>
            <a:ln>
              <a:noFill/>
            </a:ln>
          </p:spPr>
        </p:pic>
      </p:grpSp>
      <p:sp>
        <p:nvSpPr>
          <p:cNvPr id="13" name="Google Shape;56;p14">
            <a:extLst>
              <a:ext uri="{FF2B5EF4-FFF2-40B4-BE49-F238E27FC236}">
                <a16:creationId xmlns:a16="http://schemas.microsoft.com/office/drawing/2014/main" id="{8BCC39F7-B364-17F9-5D9E-B84933751A3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195;p27">
            <a:extLst>
              <a:ext uri="{FF2B5EF4-FFF2-40B4-BE49-F238E27FC236}">
                <a16:creationId xmlns:a16="http://schemas.microsoft.com/office/drawing/2014/main" id="{B411B507-E283-877B-22F5-08E1DBC255CE}"/>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5" name="Google Shape;312;p42">
            <a:extLst>
              <a:ext uri="{FF2B5EF4-FFF2-40B4-BE49-F238E27FC236}">
                <a16:creationId xmlns:a16="http://schemas.microsoft.com/office/drawing/2014/main" id="{D5375B7E-C4F5-3563-92DF-EAE21A84E835}"/>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6" name="Google Shape;208;p29">
            <a:extLst>
              <a:ext uri="{FF2B5EF4-FFF2-40B4-BE49-F238E27FC236}">
                <a16:creationId xmlns:a16="http://schemas.microsoft.com/office/drawing/2014/main" id="{D73049C4-44D3-29F3-4BF5-FA152D52D8BC}"/>
              </a:ext>
            </a:extLst>
          </p:cNvPr>
          <p:cNvGrpSpPr/>
          <p:nvPr userDrawn="1"/>
        </p:nvGrpSpPr>
        <p:grpSpPr>
          <a:xfrm rot="-5400000">
            <a:off x="5223451" y="1196298"/>
            <a:ext cx="5164226" cy="2747927"/>
            <a:chOff x="1155183" y="3814094"/>
            <a:chExt cx="3118306" cy="1659276"/>
          </a:xfrm>
        </p:grpSpPr>
        <p:pic>
          <p:nvPicPr>
            <p:cNvPr id="18" name="Google Shape;209;p29">
              <a:extLst>
                <a:ext uri="{FF2B5EF4-FFF2-40B4-BE49-F238E27FC236}">
                  <a16:creationId xmlns:a16="http://schemas.microsoft.com/office/drawing/2014/main" id="{842D1DF5-0A44-77D6-0B07-D0749BBAAB83}"/>
                </a:ext>
              </a:extLst>
            </p:cNvPr>
            <p:cNvPicPr preferRelativeResize="0"/>
            <p:nvPr/>
          </p:nvPicPr>
          <p:blipFill rotWithShape="1">
            <a:blip r:embed="rId2">
              <a:alphaModFix/>
            </a:blip>
            <a:srcRect l="37919" t="24705" b="10228"/>
            <a:stretch/>
          </p:blipFill>
          <p:spPr>
            <a:xfrm>
              <a:off x="1155183" y="3814094"/>
              <a:ext cx="1891297" cy="1652133"/>
            </a:xfrm>
            <a:prstGeom prst="rect">
              <a:avLst/>
            </a:prstGeom>
            <a:noFill/>
            <a:ln>
              <a:noFill/>
            </a:ln>
          </p:spPr>
        </p:pic>
        <p:pic>
          <p:nvPicPr>
            <p:cNvPr id="19" name="Google Shape;210;p29">
              <a:extLst>
                <a:ext uri="{FF2B5EF4-FFF2-40B4-BE49-F238E27FC236}">
                  <a16:creationId xmlns:a16="http://schemas.microsoft.com/office/drawing/2014/main" id="{1288BC30-1D21-A1FC-0E4A-35E30287D458}"/>
                </a:ext>
              </a:extLst>
            </p:cNvPr>
            <p:cNvPicPr preferRelativeResize="0"/>
            <p:nvPr/>
          </p:nvPicPr>
          <p:blipFill rotWithShape="1">
            <a:blip r:embed="rId3">
              <a:alphaModFix/>
            </a:blip>
            <a:srcRect t="25270" r="59873" b="9950"/>
            <a:stretch/>
          </p:blipFill>
          <p:spPr>
            <a:xfrm>
              <a:off x="3051053" y="3828390"/>
              <a:ext cx="1222436" cy="1644980"/>
            </a:xfrm>
            <a:prstGeom prst="rect">
              <a:avLst/>
            </a:prstGeom>
            <a:noFill/>
            <a:ln>
              <a:noFill/>
            </a:ln>
          </p:spPr>
        </p:pic>
      </p:grpSp>
      <p:sp>
        <p:nvSpPr>
          <p:cNvPr id="20" name="Google Shape;56;p14">
            <a:extLst>
              <a:ext uri="{FF2B5EF4-FFF2-40B4-BE49-F238E27FC236}">
                <a16:creationId xmlns:a16="http://schemas.microsoft.com/office/drawing/2014/main" id="{F48BD337-9C5D-919D-A345-0331142F9CD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1" name="Google Shape;195;p27">
            <a:extLst>
              <a:ext uri="{FF2B5EF4-FFF2-40B4-BE49-F238E27FC236}">
                <a16:creationId xmlns:a16="http://schemas.microsoft.com/office/drawing/2014/main" id="{51A61AC4-FA74-157E-B421-74489F030057}"/>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2" name="Google Shape;312;p42">
            <a:extLst>
              <a:ext uri="{FF2B5EF4-FFF2-40B4-BE49-F238E27FC236}">
                <a16:creationId xmlns:a16="http://schemas.microsoft.com/office/drawing/2014/main" id="{C1C5E4C6-BF92-DD99-3DC9-97BE249EB631}"/>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756597685"/>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ver 04">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7141707"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806489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3" name="Content Placeholder 22">
            <a:extLst>
              <a:ext uri="{FF2B5EF4-FFF2-40B4-BE49-F238E27FC236}">
                <a16:creationId xmlns:a16="http://schemas.microsoft.com/office/drawing/2014/main" id="{6BD44AA9-3059-683C-E6CC-4C0B2957B36F}"/>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4" name="Google Shape;312;p42">
            <a:extLst>
              <a:ext uri="{FF2B5EF4-FFF2-40B4-BE49-F238E27FC236}">
                <a16:creationId xmlns:a16="http://schemas.microsoft.com/office/drawing/2014/main" id="{6B194D07-5402-38E7-7CEB-E0FE05D959ED}"/>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5" name="Google Shape;56;p14">
            <a:extLst>
              <a:ext uri="{FF2B5EF4-FFF2-40B4-BE49-F238E27FC236}">
                <a16:creationId xmlns:a16="http://schemas.microsoft.com/office/drawing/2014/main" id="{2B1CA15E-60DE-1A5F-5E09-97A647C250CE}"/>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195;p27">
            <a:extLst>
              <a:ext uri="{FF2B5EF4-FFF2-40B4-BE49-F238E27FC236}">
                <a16:creationId xmlns:a16="http://schemas.microsoft.com/office/drawing/2014/main" id="{13FC946F-D7F3-91CA-8B9E-606C1197A3E2}"/>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7" name="Google Shape;312;p42">
            <a:extLst>
              <a:ext uri="{FF2B5EF4-FFF2-40B4-BE49-F238E27FC236}">
                <a16:creationId xmlns:a16="http://schemas.microsoft.com/office/drawing/2014/main" id="{7925B13F-3AC7-13BE-1D9F-A9A4FE251C77}"/>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9" name="Google Shape;56;p14">
            <a:extLst>
              <a:ext uri="{FF2B5EF4-FFF2-40B4-BE49-F238E27FC236}">
                <a16:creationId xmlns:a16="http://schemas.microsoft.com/office/drawing/2014/main" id="{56238EBA-4FE6-89FD-D73E-63BBCAF7AEB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195;p27">
            <a:extLst>
              <a:ext uri="{FF2B5EF4-FFF2-40B4-BE49-F238E27FC236}">
                <a16:creationId xmlns:a16="http://schemas.microsoft.com/office/drawing/2014/main" id="{CF4D9DAF-5E47-39E8-A2E9-FA7FE1B965CC}"/>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1" name="Google Shape;312;p42">
            <a:extLst>
              <a:ext uri="{FF2B5EF4-FFF2-40B4-BE49-F238E27FC236}">
                <a16:creationId xmlns:a16="http://schemas.microsoft.com/office/drawing/2014/main" id="{6AFE5A4C-E176-B78D-B987-01F1EFD12650}"/>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4259067523"/>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ver w customer logo">
    <p:bg>
      <p:bgPr>
        <a:solidFill>
          <a:schemeClr val="accent1"/>
        </a:solidFill>
        <a:effectLst/>
      </p:bgPr>
    </p:bg>
    <p:spTree>
      <p:nvGrpSpPr>
        <p:cNvPr id="1" name=""/>
        <p:cNvGrpSpPr/>
        <p:nvPr/>
      </p:nvGrpSpPr>
      <p:grpSpPr>
        <a:xfrm>
          <a:off x="0" y="0"/>
          <a:ext cx="0" cy="0"/>
          <a:chOff x="0" y="0"/>
          <a:chExt cx="0" cy="0"/>
        </a:xfrm>
      </p:grpSpPr>
      <p:grpSp>
        <p:nvGrpSpPr>
          <p:cNvPr id="4" name="Google Shape;228;p31">
            <a:extLst>
              <a:ext uri="{FF2B5EF4-FFF2-40B4-BE49-F238E27FC236}">
                <a16:creationId xmlns:a16="http://schemas.microsoft.com/office/drawing/2014/main" id="{777B43BE-8ABE-4951-D3A2-96D2F3FD9470}"/>
              </a:ext>
            </a:extLst>
          </p:cNvPr>
          <p:cNvGrpSpPr/>
          <p:nvPr/>
        </p:nvGrpSpPr>
        <p:grpSpPr>
          <a:xfrm rot="-5400000">
            <a:off x="3113903" y="1996926"/>
            <a:ext cx="5157146" cy="1163295"/>
            <a:chOff x="49487" y="3735321"/>
            <a:chExt cx="6094477" cy="1408177"/>
          </a:xfrm>
        </p:grpSpPr>
        <p:pic>
          <p:nvPicPr>
            <p:cNvPr id="5" name="Google Shape;229;p31">
              <a:extLst>
                <a:ext uri="{FF2B5EF4-FFF2-40B4-BE49-F238E27FC236}">
                  <a16:creationId xmlns:a16="http://schemas.microsoft.com/office/drawing/2014/main" id="{5F979A94-BCF7-95D4-B725-F20A2C4C5F14}"/>
                </a:ext>
              </a:extLst>
            </p:cNvPr>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6" name="Google Shape;230;p31">
              <a:extLst>
                <a:ext uri="{FF2B5EF4-FFF2-40B4-BE49-F238E27FC236}">
                  <a16:creationId xmlns:a16="http://schemas.microsoft.com/office/drawing/2014/main" id="{34B6A8DB-2E90-D5A9-421B-96A795DD5D93}"/>
                </a:ext>
              </a:extLst>
            </p:cNvPr>
            <p:cNvPicPr preferRelativeResize="0"/>
            <p:nvPr/>
          </p:nvPicPr>
          <p:blipFill rotWithShape="1">
            <a:blip r:embed="rId3">
              <a:alphaModFix/>
            </a:blip>
            <a:srcRect t="139" b="139"/>
            <a:stretch/>
          </p:blipFill>
          <p:spPr>
            <a:xfrm>
              <a:off x="3099012" y="3735321"/>
              <a:ext cx="3044952" cy="1408177"/>
            </a:xfrm>
            <a:prstGeom prst="rect">
              <a:avLst/>
            </a:prstGeom>
            <a:noFill/>
            <a:ln>
              <a:noFill/>
            </a:ln>
          </p:spPr>
        </p:pic>
      </p:grpSp>
      <p:sp>
        <p:nvSpPr>
          <p:cNvPr id="7" name="Google Shape;236;p31">
            <a:extLst>
              <a:ext uri="{FF2B5EF4-FFF2-40B4-BE49-F238E27FC236}">
                <a16:creationId xmlns:a16="http://schemas.microsoft.com/office/drawing/2014/main" id="{7E97FD4B-6A63-AFB3-0D63-0CA494D80B38}"/>
              </a:ext>
            </a:extLst>
          </p:cNvPr>
          <p:cNvSpPr/>
          <p:nvPr/>
        </p:nvSpPr>
        <p:spPr>
          <a:xfrm>
            <a:off x="6097525" y="0"/>
            <a:ext cx="30465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itle 1"/>
          <p:cNvSpPr>
            <a:spLocks noGrp="1"/>
          </p:cNvSpPr>
          <p:nvPr>
            <p:ph type="ctrTitle"/>
          </p:nvPr>
        </p:nvSpPr>
        <p:spPr>
          <a:xfrm>
            <a:off x="352602" y="1956685"/>
            <a:ext cx="5744923"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573264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9" name="Content Placeholder 22">
            <a:extLst>
              <a:ext uri="{FF2B5EF4-FFF2-40B4-BE49-F238E27FC236}">
                <a16:creationId xmlns:a16="http://schemas.microsoft.com/office/drawing/2014/main" id="{8A23FF57-863D-938B-45F3-8CE4E4D96D80}"/>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11" name="Content Placeholder 10">
            <a:extLst>
              <a:ext uri="{FF2B5EF4-FFF2-40B4-BE49-F238E27FC236}">
                <a16:creationId xmlns:a16="http://schemas.microsoft.com/office/drawing/2014/main" id="{B753B0FE-913F-CF34-F825-A12212BDCFF7}"/>
              </a:ext>
            </a:extLst>
          </p:cNvPr>
          <p:cNvSpPr>
            <a:spLocks noGrp="1"/>
          </p:cNvSpPr>
          <p:nvPr>
            <p:ph sz="quarter" idx="11" hasCustomPrompt="1"/>
          </p:nvPr>
        </p:nvSpPr>
        <p:spPr>
          <a:xfrm>
            <a:off x="6097588" y="0"/>
            <a:ext cx="3046412" cy="5143500"/>
          </a:xfrm>
          <a:prstGeom prst="rect">
            <a:avLst/>
          </a:prstGeom>
          <a:solidFill>
            <a:schemeClr val="bg1"/>
          </a:solidFill>
        </p:spPr>
        <p:txBody>
          <a:bodyPr/>
          <a:lstStyle/>
          <a:p>
            <a:pPr lvl="0"/>
            <a:r>
              <a:rPr lang="en-US" dirty="0"/>
              <a:t>Placeholder</a:t>
            </a:r>
          </a:p>
        </p:txBody>
      </p:sp>
      <p:sp>
        <p:nvSpPr>
          <p:cNvPr id="10" name="Google Shape;312;p42">
            <a:extLst>
              <a:ext uri="{FF2B5EF4-FFF2-40B4-BE49-F238E27FC236}">
                <a16:creationId xmlns:a16="http://schemas.microsoft.com/office/drawing/2014/main" id="{CC8CFCE7-E855-BB9F-5CFF-272B3219CE35}"/>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2" name="Google Shape;228;p31">
            <a:extLst>
              <a:ext uri="{FF2B5EF4-FFF2-40B4-BE49-F238E27FC236}">
                <a16:creationId xmlns:a16="http://schemas.microsoft.com/office/drawing/2014/main" id="{3ADD92AE-31FF-003B-9750-EF2789E488E2}"/>
              </a:ext>
            </a:extLst>
          </p:cNvPr>
          <p:cNvGrpSpPr/>
          <p:nvPr/>
        </p:nvGrpSpPr>
        <p:grpSpPr>
          <a:xfrm rot="-5400000">
            <a:off x="3113903" y="1996926"/>
            <a:ext cx="5157146" cy="1163295"/>
            <a:chOff x="49487" y="3735321"/>
            <a:chExt cx="6094477" cy="1408177"/>
          </a:xfrm>
        </p:grpSpPr>
        <p:pic>
          <p:nvPicPr>
            <p:cNvPr id="13" name="Google Shape;229;p31">
              <a:extLst>
                <a:ext uri="{FF2B5EF4-FFF2-40B4-BE49-F238E27FC236}">
                  <a16:creationId xmlns:a16="http://schemas.microsoft.com/office/drawing/2014/main" id="{6A939D9A-957D-CFE4-6749-ECC8DA107DA8}"/>
                </a:ext>
              </a:extLst>
            </p:cNvPr>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14" name="Google Shape;230;p31">
              <a:extLst>
                <a:ext uri="{FF2B5EF4-FFF2-40B4-BE49-F238E27FC236}">
                  <a16:creationId xmlns:a16="http://schemas.microsoft.com/office/drawing/2014/main" id="{1FE5033B-1E0C-5648-1BA0-78952F249292}"/>
                </a:ext>
              </a:extLst>
            </p:cNvPr>
            <p:cNvPicPr preferRelativeResize="0"/>
            <p:nvPr/>
          </p:nvPicPr>
          <p:blipFill rotWithShape="1">
            <a:blip r:embed="rId3">
              <a:alphaModFix/>
            </a:blip>
            <a:srcRect t="139" b="139"/>
            <a:stretch/>
          </p:blipFill>
          <p:spPr>
            <a:xfrm>
              <a:off x="3099012" y="3735321"/>
              <a:ext cx="3044952" cy="1408177"/>
            </a:xfrm>
            <a:prstGeom prst="rect">
              <a:avLst/>
            </a:prstGeom>
            <a:noFill/>
            <a:ln>
              <a:noFill/>
            </a:ln>
          </p:spPr>
        </p:pic>
      </p:grpSp>
      <p:sp>
        <p:nvSpPr>
          <p:cNvPr id="15" name="Google Shape;236;p31">
            <a:extLst>
              <a:ext uri="{FF2B5EF4-FFF2-40B4-BE49-F238E27FC236}">
                <a16:creationId xmlns:a16="http://schemas.microsoft.com/office/drawing/2014/main" id="{5CE9B038-CF97-F94D-70FB-F7EE35F72E81}"/>
              </a:ext>
            </a:extLst>
          </p:cNvPr>
          <p:cNvSpPr/>
          <p:nvPr/>
        </p:nvSpPr>
        <p:spPr>
          <a:xfrm>
            <a:off x="6097525" y="0"/>
            <a:ext cx="30465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56;p14">
            <a:extLst>
              <a:ext uri="{FF2B5EF4-FFF2-40B4-BE49-F238E27FC236}">
                <a16:creationId xmlns:a16="http://schemas.microsoft.com/office/drawing/2014/main" id="{206C531E-E665-2514-9D34-C7A9D369D82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8" name="Google Shape;195;p27">
            <a:extLst>
              <a:ext uri="{FF2B5EF4-FFF2-40B4-BE49-F238E27FC236}">
                <a16:creationId xmlns:a16="http://schemas.microsoft.com/office/drawing/2014/main" id="{DE7EC9CE-B90C-D9CD-DDA8-14F9D4E50297}"/>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9" name="Google Shape;312;p42">
            <a:extLst>
              <a:ext uri="{FF2B5EF4-FFF2-40B4-BE49-F238E27FC236}">
                <a16:creationId xmlns:a16="http://schemas.microsoft.com/office/drawing/2014/main" id="{A3215DF0-37E6-89F7-3C39-FE9EE49592F3}"/>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20" name="Google Shape;228;p31">
            <a:extLst>
              <a:ext uri="{FF2B5EF4-FFF2-40B4-BE49-F238E27FC236}">
                <a16:creationId xmlns:a16="http://schemas.microsoft.com/office/drawing/2014/main" id="{370B3B8D-D621-EDFE-0072-0F9DF37A540C}"/>
              </a:ext>
            </a:extLst>
          </p:cNvPr>
          <p:cNvGrpSpPr/>
          <p:nvPr userDrawn="1"/>
        </p:nvGrpSpPr>
        <p:grpSpPr>
          <a:xfrm rot="-5400000">
            <a:off x="3113903" y="1996926"/>
            <a:ext cx="5157146" cy="1163295"/>
            <a:chOff x="49487" y="3735321"/>
            <a:chExt cx="6094477" cy="1408177"/>
          </a:xfrm>
        </p:grpSpPr>
        <p:pic>
          <p:nvPicPr>
            <p:cNvPr id="21" name="Google Shape;229;p31">
              <a:extLst>
                <a:ext uri="{FF2B5EF4-FFF2-40B4-BE49-F238E27FC236}">
                  <a16:creationId xmlns:a16="http://schemas.microsoft.com/office/drawing/2014/main" id="{CDE66D9F-6BC7-7CD5-3BDA-A1E08F86B28C}"/>
                </a:ext>
              </a:extLst>
            </p:cNvPr>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22" name="Google Shape;230;p31">
              <a:extLst>
                <a:ext uri="{FF2B5EF4-FFF2-40B4-BE49-F238E27FC236}">
                  <a16:creationId xmlns:a16="http://schemas.microsoft.com/office/drawing/2014/main" id="{582E7B21-6734-5F89-40AE-DA75ABB073E2}"/>
                </a:ext>
              </a:extLst>
            </p:cNvPr>
            <p:cNvPicPr preferRelativeResize="0"/>
            <p:nvPr/>
          </p:nvPicPr>
          <p:blipFill rotWithShape="1">
            <a:blip r:embed="rId3">
              <a:alphaModFix/>
            </a:blip>
            <a:srcRect t="139" b="139"/>
            <a:stretch/>
          </p:blipFill>
          <p:spPr>
            <a:xfrm>
              <a:off x="3099012" y="3735321"/>
              <a:ext cx="3044952" cy="1408177"/>
            </a:xfrm>
            <a:prstGeom prst="rect">
              <a:avLst/>
            </a:prstGeom>
            <a:noFill/>
            <a:ln>
              <a:noFill/>
            </a:ln>
          </p:spPr>
        </p:pic>
      </p:grpSp>
      <p:sp>
        <p:nvSpPr>
          <p:cNvPr id="23" name="Google Shape;236;p31">
            <a:extLst>
              <a:ext uri="{FF2B5EF4-FFF2-40B4-BE49-F238E27FC236}">
                <a16:creationId xmlns:a16="http://schemas.microsoft.com/office/drawing/2014/main" id="{05EEC677-EC5C-BF30-D6F7-E115413BC088}"/>
              </a:ext>
            </a:extLst>
          </p:cNvPr>
          <p:cNvSpPr/>
          <p:nvPr userDrawn="1"/>
        </p:nvSpPr>
        <p:spPr>
          <a:xfrm>
            <a:off x="6097525" y="0"/>
            <a:ext cx="30465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56;p14">
            <a:extLst>
              <a:ext uri="{FF2B5EF4-FFF2-40B4-BE49-F238E27FC236}">
                <a16:creationId xmlns:a16="http://schemas.microsoft.com/office/drawing/2014/main" id="{D6FB97CC-4BF8-2491-6480-E965CB59BDC2}"/>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195;p27">
            <a:extLst>
              <a:ext uri="{FF2B5EF4-FFF2-40B4-BE49-F238E27FC236}">
                <a16:creationId xmlns:a16="http://schemas.microsoft.com/office/drawing/2014/main" id="{ACB42EFA-9A64-9D91-198F-E2458A41C152}"/>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6" name="Google Shape;312;p42">
            <a:extLst>
              <a:ext uri="{FF2B5EF4-FFF2-40B4-BE49-F238E27FC236}">
                <a16:creationId xmlns:a16="http://schemas.microsoft.com/office/drawing/2014/main" id="{4B0B7CC9-23F1-7943-CFFF-2803AD44B148}"/>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1190992719"/>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vider 01 (No Graphics)">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009733" cy="1162750"/>
          </a:xfrm>
        </p:spPr>
        <p:txBody>
          <a:bodyPr anchor="ctr"/>
          <a:lstStyle>
            <a:lvl1pPr algn="l">
              <a:lnSpc>
                <a:spcPct val="85000"/>
              </a:lnSpc>
              <a:defRPr sz="4000" b="1" i="0" cap="all" baseline="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3" name="Google Shape;56;p14">
            <a:extLst>
              <a:ext uri="{FF2B5EF4-FFF2-40B4-BE49-F238E27FC236}">
                <a16:creationId xmlns:a16="http://schemas.microsoft.com/office/drawing/2014/main" id="{485673AE-AF3E-1895-0033-39E0F9C24C5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78ED5C3D-29C8-9917-0E98-A2CA0ACE161F}"/>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5" name="Google Shape;56;p14">
            <a:extLst>
              <a:ext uri="{FF2B5EF4-FFF2-40B4-BE49-F238E27FC236}">
                <a16:creationId xmlns:a16="http://schemas.microsoft.com/office/drawing/2014/main" id="{53BF8285-2530-6E43-B15E-534375FAB053}"/>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5B436544-868A-EEDC-49AB-FC1BB1DDCAE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2759903163"/>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Divider 02">
    <p:bg>
      <p:bgPr>
        <a:solidFill>
          <a:schemeClr val="tx2"/>
        </a:solidFill>
        <a:effectLst/>
      </p:bgPr>
    </p:bg>
    <p:spTree>
      <p:nvGrpSpPr>
        <p:cNvPr id="1" name=""/>
        <p:cNvGrpSpPr/>
        <p:nvPr/>
      </p:nvGrpSpPr>
      <p:grpSpPr>
        <a:xfrm>
          <a:off x="0" y="0"/>
          <a:ext cx="0" cy="0"/>
          <a:chOff x="0" y="0"/>
          <a:chExt cx="0" cy="0"/>
        </a:xfrm>
      </p:grpSpPr>
      <p:pic>
        <p:nvPicPr>
          <p:cNvPr id="3" name="Google Shape;246;p33">
            <a:extLst>
              <a:ext uri="{FF2B5EF4-FFF2-40B4-BE49-F238E27FC236}">
                <a16:creationId xmlns:a16="http://schemas.microsoft.com/office/drawing/2014/main" id="{B2AB9140-44F3-C9E0-5D15-5F4D9D61E695}"/>
              </a:ext>
            </a:extLst>
          </p:cNvPr>
          <p:cNvPicPr preferRelativeResize="0"/>
          <p:nvPr/>
        </p:nvPicPr>
        <p:blipFill rotWithShape="1">
          <a:blip r:embed="rId2">
            <a:alphaModFix amt="27000"/>
          </a:blip>
          <a:srcRect l="21476"/>
          <a:stretch/>
        </p:blipFill>
        <p:spPr>
          <a:xfrm flipH="1">
            <a:off x="7048002" y="1780300"/>
            <a:ext cx="2095998" cy="2905999"/>
          </a:xfrm>
          <a:prstGeom prst="rect">
            <a:avLst/>
          </a:prstGeom>
          <a:noFill/>
          <a:ln>
            <a:noFill/>
          </a:ln>
        </p:spPr>
      </p:pic>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pic>
        <p:nvPicPr>
          <p:cNvPr id="4" name="Google Shape;246;p33">
            <a:extLst>
              <a:ext uri="{FF2B5EF4-FFF2-40B4-BE49-F238E27FC236}">
                <a16:creationId xmlns:a16="http://schemas.microsoft.com/office/drawing/2014/main" id="{E828306F-7118-F67A-FA01-F96784DA7B62}"/>
              </a:ext>
            </a:extLst>
          </p:cNvPr>
          <p:cNvPicPr preferRelativeResize="0"/>
          <p:nvPr/>
        </p:nvPicPr>
        <p:blipFill rotWithShape="1">
          <a:blip r:embed="rId2">
            <a:alphaModFix amt="27000"/>
          </a:blip>
          <a:srcRect l="21476"/>
          <a:stretch/>
        </p:blipFill>
        <p:spPr>
          <a:xfrm flipH="1">
            <a:off x="7048002" y="1780300"/>
            <a:ext cx="2095998" cy="2905999"/>
          </a:xfrm>
          <a:prstGeom prst="rect">
            <a:avLst/>
          </a:prstGeom>
          <a:noFill/>
          <a:ln>
            <a:noFill/>
          </a:ln>
        </p:spPr>
      </p:pic>
      <p:sp>
        <p:nvSpPr>
          <p:cNvPr id="5" name="Google Shape;56;p14">
            <a:extLst>
              <a:ext uri="{FF2B5EF4-FFF2-40B4-BE49-F238E27FC236}">
                <a16:creationId xmlns:a16="http://schemas.microsoft.com/office/drawing/2014/main" id="{BF438A24-7FAE-BC0B-6CE5-7E87AA8382B2}"/>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8BD9C481-E52E-ABCE-0F34-792141444FE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pic>
        <p:nvPicPr>
          <p:cNvPr id="7" name="Google Shape;246;p33">
            <a:extLst>
              <a:ext uri="{FF2B5EF4-FFF2-40B4-BE49-F238E27FC236}">
                <a16:creationId xmlns:a16="http://schemas.microsoft.com/office/drawing/2014/main" id="{E01663EB-75D3-B80D-243A-7143398F67CA}"/>
              </a:ext>
            </a:extLst>
          </p:cNvPr>
          <p:cNvPicPr preferRelativeResize="0"/>
          <p:nvPr userDrawn="1"/>
        </p:nvPicPr>
        <p:blipFill rotWithShape="1">
          <a:blip r:embed="rId2">
            <a:alphaModFix amt="27000"/>
          </a:blip>
          <a:srcRect l="21476"/>
          <a:stretch/>
        </p:blipFill>
        <p:spPr>
          <a:xfrm flipH="1">
            <a:off x="7048002" y="1780300"/>
            <a:ext cx="2095998" cy="2905999"/>
          </a:xfrm>
          <a:prstGeom prst="rect">
            <a:avLst/>
          </a:prstGeom>
          <a:noFill/>
          <a:ln>
            <a:noFill/>
          </a:ln>
        </p:spPr>
      </p:pic>
      <p:sp>
        <p:nvSpPr>
          <p:cNvPr id="8" name="Google Shape;56;p14">
            <a:extLst>
              <a:ext uri="{FF2B5EF4-FFF2-40B4-BE49-F238E27FC236}">
                <a16:creationId xmlns:a16="http://schemas.microsoft.com/office/drawing/2014/main" id="{FFC462FD-1753-3919-B6BD-C6DF46C0589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90215C73-B2F7-9CC5-8EA5-1F1B0AEE8806}"/>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2741792026"/>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Divider 03">
    <p:bg>
      <p:bgPr>
        <a:solidFill>
          <a:schemeClr val="tx2"/>
        </a:solidFill>
        <a:effectLst/>
      </p:bgPr>
    </p:bg>
    <p:spTree>
      <p:nvGrpSpPr>
        <p:cNvPr id="1" name=""/>
        <p:cNvGrpSpPr/>
        <p:nvPr/>
      </p:nvGrpSpPr>
      <p:grpSpPr>
        <a:xfrm>
          <a:off x="0" y="0"/>
          <a:ext cx="0" cy="0"/>
          <a:chOff x="0" y="0"/>
          <a:chExt cx="0" cy="0"/>
        </a:xfrm>
      </p:grpSpPr>
      <p:grpSp>
        <p:nvGrpSpPr>
          <p:cNvPr id="4" name="Google Shape;249;p34">
            <a:extLst>
              <a:ext uri="{FF2B5EF4-FFF2-40B4-BE49-F238E27FC236}">
                <a16:creationId xmlns:a16="http://schemas.microsoft.com/office/drawing/2014/main" id="{C8C7A9DA-6683-04E1-57B1-BEEA583BF44F}"/>
              </a:ext>
            </a:extLst>
          </p:cNvPr>
          <p:cNvGrpSpPr/>
          <p:nvPr/>
        </p:nvGrpSpPr>
        <p:grpSpPr>
          <a:xfrm>
            <a:off x="-10" y="3770439"/>
            <a:ext cx="9143997" cy="1371564"/>
            <a:chOff x="-10" y="3735321"/>
            <a:chExt cx="9139427" cy="1408177"/>
          </a:xfrm>
        </p:grpSpPr>
        <p:pic>
          <p:nvPicPr>
            <p:cNvPr id="5" name="Google Shape;250;p34">
              <a:extLst>
                <a:ext uri="{FF2B5EF4-FFF2-40B4-BE49-F238E27FC236}">
                  <a16:creationId xmlns:a16="http://schemas.microsoft.com/office/drawing/2014/main" id="{67CF61D8-135A-2A41-ACB1-55C65ED4C7B7}"/>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6" name="Google Shape;251;p34">
              <a:extLst>
                <a:ext uri="{FF2B5EF4-FFF2-40B4-BE49-F238E27FC236}">
                  <a16:creationId xmlns:a16="http://schemas.microsoft.com/office/drawing/2014/main" id="{8C24717E-6C87-714E-27DF-F48F8D2912E3}"/>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7" name="Google Shape;252;p34">
              <a:extLst>
                <a:ext uri="{FF2B5EF4-FFF2-40B4-BE49-F238E27FC236}">
                  <a16:creationId xmlns:a16="http://schemas.microsoft.com/office/drawing/2014/main" id="{14D476DB-B69E-DC2C-3D16-87C6F8227F9C}"/>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49;p34">
            <a:extLst>
              <a:ext uri="{FF2B5EF4-FFF2-40B4-BE49-F238E27FC236}">
                <a16:creationId xmlns:a16="http://schemas.microsoft.com/office/drawing/2014/main" id="{35334720-7400-4E64-FCEC-9F68B6DBF718}"/>
              </a:ext>
            </a:extLst>
          </p:cNvPr>
          <p:cNvGrpSpPr/>
          <p:nvPr/>
        </p:nvGrpSpPr>
        <p:grpSpPr>
          <a:xfrm>
            <a:off x="-10" y="3770439"/>
            <a:ext cx="9143997" cy="1371564"/>
            <a:chOff x="-10" y="3735321"/>
            <a:chExt cx="9139427" cy="1408177"/>
          </a:xfrm>
        </p:grpSpPr>
        <p:pic>
          <p:nvPicPr>
            <p:cNvPr id="8" name="Google Shape;250;p34">
              <a:extLst>
                <a:ext uri="{FF2B5EF4-FFF2-40B4-BE49-F238E27FC236}">
                  <a16:creationId xmlns:a16="http://schemas.microsoft.com/office/drawing/2014/main" id="{40554AA3-163B-52CF-941D-1D48004B39BB}"/>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1" name="Google Shape;251;p34">
              <a:extLst>
                <a:ext uri="{FF2B5EF4-FFF2-40B4-BE49-F238E27FC236}">
                  <a16:creationId xmlns:a16="http://schemas.microsoft.com/office/drawing/2014/main" id="{BD4CA2D3-A782-79CF-7963-49EDD6791DD6}"/>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2" name="Google Shape;252;p34">
              <a:extLst>
                <a:ext uri="{FF2B5EF4-FFF2-40B4-BE49-F238E27FC236}">
                  <a16:creationId xmlns:a16="http://schemas.microsoft.com/office/drawing/2014/main" id="{E77A6D20-CD37-4766-FA64-C10BD4FE718E}"/>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3" name="Google Shape;56;p14">
            <a:extLst>
              <a:ext uri="{FF2B5EF4-FFF2-40B4-BE49-F238E27FC236}">
                <a16:creationId xmlns:a16="http://schemas.microsoft.com/office/drawing/2014/main" id="{91F562B2-CE36-40AA-85C8-6051C3D1E06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7CFB2C5B-EF79-8B04-D65E-9DAE41490A33}"/>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5" name="Google Shape;249;p34">
            <a:extLst>
              <a:ext uri="{FF2B5EF4-FFF2-40B4-BE49-F238E27FC236}">
                <a16:creationId xmlns:a16="http://schemas.microsoft.com/office/drawing/2014/main" id="{B8E65013-A342-2D41-823F-7BDD0F4BF177}"/>
              </a:ext>
            </a:extLst>
          </p:cNvPr>
          <p:cNvGrpSpPr/>
          <p:nvPr userDrawn="1"/>
        </p:nvGrpSpPr>
        <p:grpSpPr>
          <a:xfrm>
            <a:off x="-10" y="3770439"/>
            <a:ext cx="9143997" cy="1371564"/>
            <a:chOff x="-10" y="3735321"/>
            <a:chExt cx="9139427" cy="1408177"/>
          </a:xfrm>
        </p:grpSpPr>
        <p:pic>
          <p:nvPicPr>
            <p:cNvPr id="16" name="Google Shape;250;p34">
              <a:extLst>
                <a:ext uri="{FF2B5EF4-FFF2-40B4-BE49-F238E27FC236}">
                  <a16:creationId xmlns:a16="http://schemas.microsoft.com/office/drawing/2014/main" id="{A598392F-D95E-0794-FC32-6D50AD369127}"/>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7" name="Google Shape;251;p34">
              <a:extLst>
                <a:ext uri="{FF2B5EF4-FFF2-40B4-BE49-F238E27FC236}">
                  <a16:creationId xmlns:a16="http://schemas.microsoft.com/office/drawing/2014/main" id="{597815BD-D8CC-EF1F-C93B-1275EF998F10}"/>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8" name="Google Shape;252;p34">
              <a:extLst>
                <a:ext uri="{FF2B5EF4-FFF2-40B4-BE49-F238E27FC236}">
                  <a16:creationId xmlns:a16="http://schemas.microsoft.com/office/drawing/2014/main" id="{744759D0-8D1C-2E91-5785-957E34D98EB5}"/>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9" name="Google Shape;56;p14">
            <a:extLst>
              <a:ext uri="{FF2B5EF4-FFF2-40B4-BE49-F238E27FC236}">
                <a16:creationId xmlns:a16="http://schemas.microsoft.com/office/drawing/2014/main" id="{DAE48F56-7668-09DF-9D3F-C9A999649EB9}"/>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0" name="Google Shape;60;p14">
            <a:extLst>
              <a:ext uri="{FF2B5EF4-FFF2-40B4-BE49-F238E27FC236}">
                <a16:creationId xmlns:a16="http://schemas.microsoft.com/office/drawing/2014/main" id="{183CFE63-527B-57DA-9530-5A6A8CE68FC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389678520"/>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Divider 04">
    <p:bg>
      <p:bgPr>
        <a:solidFill>
          <a:schemeClr val="tx2"/>
        </a:solidFill>
        <a:effectLst/>
      </p:bgPr>
    </p:bg>
    <p:spTree>
      <p:nvGrpSpPr>
        <p:cNvPr id="1" name=""/>
        <p:cNvGrpSpPr/>
        <p:nvPr/>
      </p:nvGrpSpPr>
      <p:grpSpPr>
        <a:xfrm>
          <a:off x="0" y="0"/>
          <a:ext cx="0" cy="0"/>
          <a:chOff x="0" y="0"/>
          <a:chExt cx="0" cy="0"/>
        </a:xfrm>
      </p:grpSpPr>
      <p:grpSp>
        <p:nvGrpSpPr>
          <p:cNvPr id="3" name="Google Shape;260;p35">
            <a:extLst>
              <a:ext uri="{FF2B5EF4-FFF2-40B4-BE49-F238E27FC236}">
                <a16:creationId xmlns:a16="http://schemas.microsoft.com/office/drawing/2014/main" id="{15180FD7-B8C1-2565-BC7A-72CAA1ABD0A3}"/>
              </a:ext>
            </a:extLst>
          </p:cNvPr>
          <p:cNvGrpSpPr/>
          <p:nvPr/>
        </p:nvGrpSpPr>
        <p:grpSpPr>
          <a:xfrm>
            <a:off x="4" y="1803975"/>
            <a:ext cx="9143996" cy="3339526"/>
            <a:chOff x="4" y="1803975"/>
            <a:chExt cx="9143996" cy="3339526"/>
          </a:xfrm>
        </p:grpSpPr>
        <p:pic>
          <p:nvPicPr>
            <p:cNvPr id="8" name="Google Shape;261;p35">
              <a:extLst>
                <a:ext uri="{FF2B5EF4-FFF2-40B4-BE49-F238E27FC236}">
                  <a16:creationId xmlns:a16="http://schemas.microsoft.com/office/drawing/2014/main" id="{A3E1EE85-B732-76DE-0E1B-94CD264D613B}"/>
                </a:ext>
              </a:extLst>
            </p:cNvPr>
            <p:cNvPicPr preferRelativeResize="0"/>
            <p:nvPr/>
          </p:nvPicPr>
          <p:blipFill rotWithShape="1">
            <a:blip r:embed="rId2">
              <a:alphaModFix amt="57000"/>
            </a:blip>
            <a:srcRect l="32605" b="34253"/>
            <a:stretch/>
          </p:blipFill>
          <p:spPr>
            <a:xfrm flipH="1">
              <a:off x="5036874" y="1804050"/>
              <a:ext cx="4107126" cy="3339451"/>
            </a:xfrm>
            <a:prstGeom prst="rect">
              <a:avLst/>
            </a:prstGeom>
            <a:noFill/>
            <a:ln>
              <a:noFill/>
            </a:ln>
          </p:spPr>
        </p:pic>
        <p:pic>
          <p:nvPicPr>
            <p:cNvPr id="11" name="Google Shape;262;p35">
              <a:extLst>
                <a:ext uri="{FF2B5EF4-FFF2-40B4-BE49-F238E27FC236}">
                  <a16:creationId xmlns:a16="http://schemas.microsoft.com/office/drawing/2014/main" id="{D6706F43-1E96-433A-DBAB-4F013D346ED9}"/>
                </a:ext>
              </a:extLst>
            </p:cNvPr>
            <p:cNvPicPr preferRelativeResize="0"/>
            <p:nvPr/>
          </p:nvPicPr>
          <p:blipFill rotWithShape="1">
            <a:blip r:embed="rId3">
              <a:alphaModFix amt="57000"/>
            </a:blip>
            <a:srcRect r="17498" b="34258"/>
            <a:stretch/>
          </p:blipFill>
          <p:spPr>
            <a:xfrm flipH="1">
              <a:off x="4" y="1803975"/>
              <a:ext cx="5027748" cy="3339451"/>
            </a:xfrm>
            <a:prstGeom prst="rect">
              <a:avLst/>
            </a:prstGeom>
            <a:noFill/>
            <a:ln>
              <a:noFill/>
            </a:ln>
          </p:spPr>
        </p:pic>
      </p:gr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grpSp>
        <p:nvGrpSpPr>
          <p:cNvPr id="4" name="Google Shape;260;p35">
            <a:extLst>
              <a:ext uri="{FF2B5EF4-FFF2-40B4-BE49-F238E27FC236}">
                <a16:creationId xmlns:a16="http://schemas.microsoft.com/office/drawing/2014/main" id="{7CF64863-AA73-B52D-34EB-85F9CD2469A8}"/>
              </a:ext>
            </a:extLst>
          </p:cNvPr>
          <p:cNvGrpSpPr/>
          <p:nvPr/>
        </p:nvGrpSpPr>
        <p:grpSpPr>
          <a:xfrm>
            <a:off x="4" y="1803975"/>
            <a:ext cx="9143996" cy="3339526"/>
            <a:chOff x="4" y="1803975"/>
            <a:chExt cx="9143996" cy="3339526"/>
          </a:xfrm>
        </p:grpSpPr>
        <p:pic>
          <p:nvPicPr>
            <p:cNvPr id="5" name="Google Shape;261;p35">
              <a:extLst>
                <a:ext uri="{FF2B5EF4-FFF2-40B4-BE49-F238E27FC236}">
                  <a16:creationId xmlns:a16="http://schemas.microsoft.com/office/drawing/2014/main" id="{143F4C47-6005-D8E7-8AE7-B53A9C49161C}"/>
                </a:ext>
              </a:extLst>
            </p:cNvPr>
            <p:cNvPicPr preferRelativeResize="0"/>
            <p:nvPr/>
          </p:nvPicPr>
          <p:blipFill rotWithShape="1">
            <a:blip r:embed="rId2">
              <a:alphaModFix amt="57000"/>
            </a:blip>
            <a:srcRect l="32605" b="34253"/>
            <a:stretch/>
          </p:blipFill>
          <p:spPr>
            <a:xfrm flipH="1">
              <a:off x="5036874" y="1804050"/>
              <a:ext cx="4107126" cy="3339451"/>
            </a:xfrm>
            <a:prstGeom prst="rect">
              <a:avLst/>
            </a:prstGeom>
            <a:noFill/>
            <a:ln>
              <a:noFill/>
            </a:ln>
          </p:spPr>
        </p:pic>
        <p:pic>
          <p:nvPicPr>
            <p:cNvPr id="6" name="Google Shape;262;p35">
              <a:extLst>
                <a:ext uri="{FF2B5EF4-FFF2-40B4-BE49-F238E27FC236}">
                  <a16:creationId xmlns:a16="http://schemas.microsoft.com/office/drawing/2014/main" id="{3C6EF0AE-6BA8-5F17-B769-01D6DB31BB23}"/>
                </a:ext>
              </a:extLst>
            </p:cNvPr>
            <p:cNvPicPr preferRelativeResize="0"/>
            <p:nvPr/>
          </p:nvPicPr>
          <p:blipFill rotWithShape="1">
            <a:blip r:embed="rId3">
              <a:alphaModFix amt="57000"/>
            </a:blip>
            <a:srcRect r="17498" b="34258"/>
            <a:stretch/>
          </p:blipFill>
          <p:spPr>
            <a:xfrm flipH="1">
              <a:off x="4" y="1803975"/>
              <a:ext cx="5027748" cy="3339451"/>
            </a:xfrm>
            <a:prstGeom prst="rect">
              <a:avLst/>
            </a:prstGeom>
            <a:noFill/>
            <a:ln>
              <a:noFill/>
            </a:ln>
          </p:spPr>
        </p:pic>
      </p:grpSp>
      <p:sp>
        <p:nvSpPr>
          <p:cNvPr id="7" name="Google Shape;56;p14">
            <a:extLst>
              <a:ext uri="{FF2B5EF4-FFF2-40B4-BE49-F238E27FC236}">
                <a16:creationId xmlns:a16="http://schemas.microsoft.com/office/drawing/2014/main" id="{D9D8F0C2-EE78-7D46-5C61-213F9FB415B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80ED5AE0-7430-B5E5-4484-EF318433D1C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3" name="Google Shape;260;p35">
            <a:extLst>
              <a:ext uri="{FF2B5EF4-FFF2-40B4-BE49-F238E27FC236}">
                <a16:creationId xmlns:a16="http://schemas.microsoft.com/office/drawing/2014/main" id="{26308175-CBEF-7922-F986-9AE19F8CBB24}"/>
              </a:ext>
            </a:extLst>
          </p:cNvPr>
          <p:cNvGrpSpPr/>
          <p:nvPr userDrawn="1"/>
        </p:nvGrpSpPr>
        <p:grpSpPr>
          <a:xfrm>
            <a:off x="4" y="1803975"/>
            <a:ext cx="9143996" cy="3339526"/>
            <a:chOff x="4" y="1803975"/>
            <a:chExt cx="9143996" cy="3339526"/>
          </a:xfrm>
        </p:grpSpPr>
        <p:pic>
          <p:nvPicPr>
            <p:cNvPr id="14" name="Google Shape;261;p35">
              <a:extLst>
                <a:ext uri="{FF2B5EF4-FFF2-40B4-BE49-F238E27FC236}">
                  <a16:creationId xmlns:a16="http://schemas.microsoft.com/office/drawing/2014/main" id="{7C40FAEA-A030-55DF-1DA8-BC114EF07177}"/>
                </a:ext>
              </a:extLst>
            </p:cNvPr>
            <p:cNvPicPr preferRelativeResize="0"/>
            <p:nvPr userDrawn="1"/>
          </p:nvPicPr>
          <p:blipFill rotWithShape="1">
            <a:blip r:embed="rId2">
              <a:alphaModFix amt="57000"/>
            </a:blip>
            <a:srcRect l="32605" b="34253"/>
            <a:stretch/>
          </p:blipFill>
          <p:spPr>
            <a:xfrm flipH="1">
              <a:off x="5036874" y="1804050"/>
              <a:ext cx="4107126" cy="3339451"/>
            </a:xfrm>
            <a:prstGeom prst="rect">
              <a:avLst/>
            </a:prstGeom>
            <a:noFill/>
            <a:ln>
              <a:noFill/>
            </a:ln>
          </p:spPr>
        </p:pic>
        <p:pic>
          <p:nvPicPr>
            <p:cNvPr id="15" name="Google Shape;262;p35">
              <a:extLst>
                <a:ext uri="{FF2B5EF4-FFF2-40B4-BE49-F238E27FC236}">
                  <a16:creationId xmlns:a16="http://schemas.microsoft.com/office/drawing/2014/main" id="{D72B0B93-C74C-46F6-B5C4-BAD65D69A066}"/>
                </a:ext>
              </a:extLst>
            </p:cNvPr>
            <p:cNvPicPr preferRelativeResize="0"/>
            <p:nvPr/>
          </p:nvPicPr>
          <p:blipFill rotWithShape="1">
            <a:blip r:embed="rId3">
              <a:alphaModFix amt="57000"/>
            </a:blip>
            <a:srcRect r="17498" b="34258"/>
            <a:stretch/>
          </p:blipFill>
          <p:spPr>
            <a:xfrm flipH="1">
              <a:off x="4" y="1803975"/>
              <a:ext cx="5027748" cy="3339451"/>
            </a:xfrm>
            <a:prstGeom prst="rect">
              <a:avLst/>
            </a:prstGeom>
            <a:noFill/>
            <a:ln>
              <a:noFill/>
            </a:ln>
          </p:spPr>
        </p:pic>
      </p:grpSp>
      <p:sp>
        <p:nvSpPr>
          <p:cNvPr id="16" name="Google Shape;56;p14">
            <a:extLst>
              <a:ext uri="{FF2B5EF4-FFF2-40B4-BE49-F238E27FC236}">
                <a16:creationId xmlns:a16="http://schemas.microsoft.com/office/drawing/2014/main" id="{49098B3A-9D56-3A41-419B-4ACE66E1534C}"/>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930940EB-32EF-159B-1840-D3F248DA4B09}"/>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2761436442"/>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Divider 05">
    <p:bg>
      <p:bgPr>
        <a:solidFill>
          <a:schemeClr val="tx2"/>
        </a:solidFill>
        <a:effectLst/>
      </p:bgPr>
    </p:bg>
    <p:spTree>
      <p:nvGrpSpPr>
        <p:cNvPr id="1" name=""/>
        <p:cNvGrpSpPr/>
        <p:nvPr/>
      </p:nvGrpSpPr>
      <p:grpSpPr>
        <a:xfrm>
          <a:off x="0" y="0"/>
          <a:ext cx="0" cy="0"/>
          <a:chOff x="0" y="0"/>
          <a:chExt cx="0" cy="0"/>
        </a:xfrm>
      </p:grpSpPr>
      <p:grpSp>
        <p:nvGrpSpPr>
          <p:cNvPr id="4" name="Google Shape;267;p36">
            <a:extLst>
              <a:ext uri="{FF2B5EF4-FFF2-40B4-BE49-F238E27FC236}">
                <a16:creationId xmlns:a16="http://schemas.microsoft.com/office/drawing/2014/main" id="{B1E043E2-DBE5-EF5A-B7AF-11ED776DCE11}"/>
              </a:ext>
            </a:extLst>
          </p:cNvPr>
          <p:cNvGrpSpPr/>
          <p:nvPr/>
        </p:nvGrpSpPr>
        <p:grpSpPr>
          <a:xfrm rot="-5400000">
            <a:off x="5223451" y="1196298"/>
            <a:ext cx="5164226" cy="2747927"/>
            <a:chOff x="1155183" y="3814094"/>
            <a:chExt cx="3118306" cy="1659276"/>
          </a:xfrm>
        </p:grpSpPr>
        <p:pic>
          <p:nvPicPr>
            <p:cNvPr id="5" name="Google Shape;268;p36">
              <a:extLst>
                <a:ext uri="{FF2B5EF4-FFF2-40B4-BE49-F238E27FC236}">
                  <a16:creationId xmlns:a16="http://schemas.microsoft.com/office/drawing/2014/main" id="{41422D10-8E80-E6CC-1B7E-E2199A8016E7}"/>
                </a:ext>
              </a:extLst>
            </p:cNvPr>
            <p:cNvPicPr preferRelativeResize="0"/>
            <p:nvPr/>
          </p:nvPicPr>
          <p:blipFill rotWithShape="1">
            <a:blip r:embed="rId2">
              <a:alphaModFix amt="58000"/>
            </a:blip>
            <a:srcRect l="37919" t="24705" b="10228"/>
            <a:stretch/>
          </p:blipFill>
          <p:spPr>
            <a:xfrm>
              <a:off x="1155183" y="3814094"/>
              <a:ext cx="1891297" cy="1652133"/>
            </a:xfrm>
            <a:prstGeom prst="rect">
              <a:avLst/>
            </a:prstGeom>
            <a:noFill/>
            <a:ln>
              <a:noFill/>
            </a:ln>
          </p:spPr>
        </p:pic>
        <p:pic>
          <p:nvPicPr>
            <p:cNvPr id="6" name="Google Shape;269;p36">
              <a:extLst>
                <a:ext uri="{FF2B5EF4-FFF2-40B4-BE49-F238E27FC236}">
                  <a16:creationId xmlns:a16="http://schemas.microsoft.com/office/drawing/2014/main" id="{5DD734C2-83A3-1714-A48F-6CBA96DFE578}"/>
                </a:ext>
              </a:extLst>
            </p:cNvPr>
            <p:cNvPicPr preferRelativeResize="0"/>
            <p:nvPr/>
          </p:nvPicPr>
          <p:blipFill rotWithShape="1">
            <a:blip r:embed="rId3">
              <a:alphaModFix amt="58000"/>
            </a:blip>
            <a:srcRect t="25270" r="59873" b="9950"/>
            <a:stretch/>
          </p:blipFill>
          <p:spPr>
            <a:xfrm>
              <a:off x="3051053" y="3828390"/>
              <a:ext cx="1222436" cy="1644980"/>
            </a:xfrm>
            <a:prstGeom prst="rect">
              <a:avLst/>
            </a:prstGeom>
            <a:noFill/>
            <a:ln>
              <a:noFill/>
            </a:ln>
          </p:spPr>
        </p:pic>
      </p:grpSp>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67;p36">
            <a:extLst>
              <a:ext uri="{FF2B5EF4-FFF2-40B4-BE49-F238E27FC236}">
                <a16:creationId xmlns:a16="http://schemas.microsoft.com/office/drawing/2014/main" id="{C1536ADF-552A-81C8-9B0B-10A93887494F}"/>
              </a:ext>
            </a:extLst>
          </p:cNvPr>
          <p:cNvGrpSpPr/>
          <p:nvPr/>
        </p:nvGrpSpPr>
        <p:grpSpPr>
          <a:xfrm rot="-5400000">
            <a:off x="5223451" y="1196298"/>
            <a:ext cx="5164226" cy="2747927"/>
            <a:chOff x="1155183" y="3814094"/>
            <a:chExt cx="3118306" cy="1659276"/>
          </a:xfrm>
        </p:grpSpPr>
        <p:pic>
          <p:nvPicPr>
            <p:cNvPr id="7" name="Google Shape;268;p36">
              <a:extLst>
                <a:ext uri="{FF2B5EF4-FFF2-40B4-BE49-F238E27FC236}">
                  <a16:creationId xmlns:a16="http://schemas.microsoft.com/office/drawing/2014/main" id="{DA582BEE-3A38-D9E9-04DB-646B3F4F939C}"/>
                </a:ext>
              </a:extLst>
            </p:cNvPr>
            <p:cNvPicPr preferRelativeResize="0"/>
            <p:nvPr/>
          </p:nvPicPr>
          <p:blipFill rotWithShape="1">
            <a:blip r:embed="rId2">
              <a:alphaModFix amt="58000"/>
            </a:blip>
            <a:srcRect l="37919" t="24705" b="10228"/>
            <a:stretch/>
          </p:blipFill>
          <p:spPr>
            <a:xfrm>
              <a:off x="1155183" y="3814094"/>
              <a:ext cx="1891297" cy="1652133"/>
            </a:xfrm>
            <a:prstGeom prst="rect">
              <a:avLst/>
            </a:prstGeom>
            <a:noFill/>
            <a:ln>
              <a:noFill/>
            </a:ln>
          </p:spPr>
        </p:pic>
        <p:pic>
          <p:nvPicPr>
            <p:cNvPr id="8" name="Google Shape;269;p36">
              <a:extLst>
                <a:ext uri="{FF2B5EF4-FFF2-40B4-BE49-F238E27FC236}">
                  <a16:creationId xmlns:a16="http://schemas.microsoft.com/office/drawing/2014/main" id="{567DDAE8-1421-DA34-D756-EFF08665560E}"/>
                </a:ext>
              </a:extLst>
            </p:cNvPr>
            <p:cNvPicPr preferRelativeResize="0"/>
            <p:nvPr/>
          </p:nvPicPr>
          <p:blipFill rotWithShape="1">
            <a:blip r:embed="rId3">
              <a:alphaModFix amt="58000"/>
            </a:blip>
            <a:srcRect t="25270" r="59873" b="9950"/>
            <a:stretch/>
          </p:blipFill>
          <p:spPr>
            <a:xfrm>
              <a:off x="3051053" y="3828390"/>
              <a:ext cx="1222436" cy="1644980"/>
            </a:xfrm>
            <a:prstGeom prst="rect">
              <a:avLst/>
            </a:prstGeom>
            <a:noFill/>
            <a:ln>
              <a:noFill/>
            </a:ln>
          </p:spPr>
        </p:pic>
      </p:grpSp>
      <p:sp>
        <p:nvSpPr>
          <p:cNvPr id="11" name="Google Shape;56;p14">
            <a:extLst>
              <a:ext uri="{FF2B5EF4-FFF2-40B4-BE49-F238E27FC236}">
                <a16:creationId xmlns:a16="http://schemas.microsoft.com/office/drawing/2014/main" id="{B51B71B3-41E2-E2AB-E2EE-751E7676E83E}"/>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F90BF2D3-DFD8-8E3B-BD0B-7C4261B51086}"/>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3" name="Google Shape;267;p36">
            <a:extLst>
              <a:ext uri="{FF2B5EF4-FFF2-40B4-BE49-F238E27FC236}">
                <a16:creationId xmlns:a16="http://schemas.microsoft.com/office/drawing/2014/main" id="{16B0EAB0-8B57-A2A7-899F-EDF7B2301D75}"/>
              </a:ext>
            </a:extLst>
          </p:cNvPr>
          <p:cNvGrpSpPr/>
          <p:nvPr userDrawn="1"/>
        </p:nvGrpSpPr>
        <p:grpSpPr>
          <a:xfrm rot="-5400000">
            <a:off x="5223451" y="1196298"/>
            <a:ext cx="5164226" cy="2747927"/>
            <a:chOff x="1155183" y="3814094"/>
            <a:chExt cx="3118306" cy="1659276"/>
          </a:xfrm>
        </p:grpSpPr>
        <p:pic>
          <p:nvPicPr>
            <p:cNvPr id="14" name="Google Shape;268;p36">
              <a:extLst>
                <a:ext uri="{FF2B5EF4-FFF2-40B4-BE49-F238E27FC236}">
                  <a16:creationId xmlns:a16="http://schemas.microsoft.com/office/drawing/2014/main" id="{86DE5A68-EE24-0108-9A21-EBEE72189BF2}"/>
                </a:ext>
              </a:extLst>
            </p:cNvPr>
            <p:cNvPicPr preferRelativeResize="0"/>
            <p:nvPr/>
          </p:nvPicPr>
          <p:blipFill rotWithShape="1">
            <a:blip r:embed="rId2">
              <a:alphaModFix amt="58000"/>
            </a:blip>
            <a:srcRect l="37919" t="24705" b="10228"/>
            <a:stretch/>
          </p:blipFill>
          <p:spPr>
            <a:xfrm>
              <a:off x="1155183" y="3814094"/>
              <a:ext cx="1891297" cy="1652133"/>
            </a:xfrm>
            <a:prstGeom prst="rect">
              <a:avLst/>
            </a:prstGeom>
            <a:noFill/>
            <a:ln>
              <a:noFill/>
            </a:ln>
          </p:spPr>
        </p:pic>
        <p:pic>
          <p:nvPicPr>
            <p:cNvPr id="15" name="Google Shape;269;p36">
              <a:extLst>
                <a:ext uri="{FF2B5EF4-FFF2-40B4-BE49-F238E27FC236}">
                  <a16:creationId xmlns:a16="http://schemas.microsoft.com/office/drawing/2014/main" id="{ED37212B-76F6-A876-CFFB-91B8A627ACB7}"/>
                </a:ext>
              </a:extLst>
            </p:cNvPr>
            <p:cNvPicPr preferRelativeResize="0"/>
            <p:nvPr/>
          </p:nvPicPr>
          <p:blipFill rotWithShape="1">
            <a:blip r:embed="rId3">
              <a:alphaModFix amt="58000"/>
            </a:blip>
            <a:srcRect t="25270" r="59873" b="9950"/>
            <a:stretch/>
          </p:blipFill>
          <p:spPr>
            <a:xfrm>
              <a:off x="3051053" y="3828390"/>
              <a:ext cx="1222436" cy="1644980"/>
            </a:xfrm>
            <a:prstGeom prst="rect">
              <a:avLst/>
            </a:prstGeom>
            <a:noFill/>
            <a:ln>
              <a:noFill/>
            </a:ln>
          </p:spPr>
        </p:pic>
      </p:grpSp>
      <p:sp>
        <p:nvSpPr>
          <p:cNvPr id="16" name="Google Shape;56;p14">
            <a:extLst>
              <a:ext uri="{FF2B5EF4-FFF2-40B4-BE49-F238E27FC236}">
                <a16:creationId xmlns:a16="http://schemas.microsoft.com/office/drawing/2014/main" id="{F3ADFEB7-46AF-4A07-B641-B072BA25D523}"/>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90D009FA-CCE5-8AB5-9316-46D25E03A67F}"/>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4120586008"/>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Quote - Dk Blu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009733" cy="1162750"/>
          </a:xfrm>
        </p:spPr>
        <p:txBody>
          <a:bodyPr anchor="ctr"/>
          <a:lstStyle>
            <a:lvl1pPr algn="l">
              <a:lnSpc>
                <a:spcPct val="100000"/>
              </a:lnSpc>
              <a:defRPr sz="4000" b="1">
                <a:solidFill>
                  <a:schemeClr val="bg1"/>
                </a:solidFill>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75;p37">
            <a:extLst>
              <a:ext uri="{FF2B5EF4-FFF2-40B4-BE49-F238E27FC236}">
                <a16:creationId xmlns:a16="http://schemas.microsoft.com/office/drawing/2014/main" id="{74847857-F937-CD64-1E2C-D0E5EAE37063}"/>
              </a:ext>
            </a:extLst>
          </p:cNvPr>
          <p:cNvGrpSpPr/>
          <p:nvPr/>
        </p:nvGrpSpPr>
        <p:grpSpPr>
          <a:xfrm>
            <a:off x="457209" y="474129"/>
            <a:ext cx="1177786" cy="857849"/>
            <a:chOff x="865451" y="2114550"/>
            <a:chExt cx="3399093" cy="2475755"/>
          </a:xfrm>
        </p:grpSpPr>
        <p:sp>
          <p:nvSpPr>
            <p:cNvPr id="7" name="Google Shape;276;p37">
              <a:extLst>
                <a:ext uri="{FF2B5EF4-FFF2-40B4-BE49-F238E27FC236}">
                  <a16:creationId xmlns:a16="http://schemas.microsoft.com/office/drawing/2014/main" id="{EB101FE0-5C53-430B-5E96-45909B4CB126}"/>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8" name="Google Shape;277;p37">
              <a:extLst>
                <a:ext uri="{FF2B5EF4-FFF2-40B4-BE49-F238E27FC236}">
                  <a16:creationId xmlns:a16="http://schemas.microsoft.com/office/drawing/2014/main" id="{86F5F33E-42B8-8868-A558-76F7DFEE5726}"/>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1" name="Subtitle 2">
            <a:extLst>
              <a:ext uri="{FF2B5EF4-FFF2-40B4-BE49-F238E27FC236}">
                <a16:creationId xmlns:a16="http://schemas.microsoft.com/office/drawing/2014/main" id="{4E29DC9F-0930-5ACB-CBA0-C28321058B93}"/>
              </a:ext>
            </a:extLst>
          </p:cNvPr>
          <p:cNvSpPr>
            <a:spLocks noGrp="1"/>
          </p:cNvSpPr>
          <p:nvPr>
            <p:ph type="subTitle" idx="1"/>
          </p:nvPr>
        </p:nvSpPr>
        <p:spPr>
          <a:xfrm>
            <a:off x="364877" y="4041210"/>
            <a:ext cx="5732648" cy="409338"/>
          </a:xfrm>
          <a:prstGeom prst="rect">
            <a:avLst/>
          </a:prstGeom>
        </p:spPr>
        <p:txBody>
          <a:bodyPr>
            <a:noAutofit/>
          </a:bodyPr>
          <a:lstStyle>
            <a:lvl1pPr marL="0" indent="0" algn="l">
              <a:buNone/>
              <a:defRPr sz="1800" b="1">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12" name="TextBox 11">
            <a:extLst>
              <a:ext uri="{FF2B5EF4-FFF2-40B4-BE49-F238E27FC236}">
                <a16:creationId xmlns:a16="http://schemas.microsoft.com/office/drawing/2014/main" id="{17BACBE6-4F66-1DDA-2337-2C1ED35B483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4" name="Google Shape;56;p14">
            <a:extLst>
              <a:ext uri="{FF2B5EF4-FFF2-40B4-BE49-F238E27FC236}">
                <a16:creationId xmlns:a16="http://schemas.microsoft.com/office/drawing/2014/main" id="{7C15EB21-5004-D388-F7AD-7DD0D818ACA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6153BF2C-CF38-FD06-46FE-C516A2B17A1D}"/>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6" name="Google Shape;275;p37">
            <a:extLst>
              <a:ext uri="{FF2B5EF4-FFF2-40B4-BE49-F238E27FC236}">
                <a16:creationId xmlns:a16="http://schemas.microsoft.com/office/drawing/2014/main" id="{30E9C498-BCBE-809F-4405-770C08E60F15}"/>
              </a:ext>
            </a:extLst>
          </p:cNvPr>
          <p:cNvGrpSpPr/>
          <p:nvPr/>
        </p:nvGrpSpPr>
        <p:grpSpPr>
          <a:xfrm>
            <a:off x="457209" y="474129"/>
            <a:ext cx="1177786" cy="857849"/>
            <a:chOff x="865451" y="2114550"/>
            <a:chExt cx="3399093" cy="2475755"/>
          </a:xfrm>
        </p:grpSpPr>
        <p:sp>
          <p:nvSpPr>
            <p:cNvPr id="13" name="Google Shape;276;p37">
              <a:extLst>
                <a:ext uri="{FF2B5EF4-FFF2-40B4-BE49-F238E27FC236}">
                  <a16:creationId xmlns:a16="http://schemas.microsoft.com/office/drawing/2014/main" id="{8E3D816F-E98A-AA39-FFB1-F12836BC1084}"/>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4" name="Google Shape;277;p37">
              <a:extLst>
                <a:ext uri="{FF2B5EF4-FFF2-40B4-BE49-F238E27FC236}">
                  <a16:creationId xmlns:a16="http://schemas.microsoft.com/office/drawing/2014/main" id="{B281103F-A103-C400-3EE6-CC712C1C8F0D}"/>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5" name="TextBox 14">
            <a:extLst>
              <a:ext uri="{FF2B5EF4-FFF2-40B4-BE49-F238E27FC236}">
                <a16:creationId xmlns:a16="http://schemas.microsoft.com/office/drawing/2014/main" id="{68C55B63-4989-9461-4425-2289C15C366E}"/>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6" name="Google Shape;56;p14">
            <a:extLst>
              <a:ext uri="{FF2B5EF4-FFF2-40B4-BE49-F238E27FC236}">
                <a16:creationId xmlns:a16="http://schemas.microsoft.com/office/drawing/2014/main" id="{9601F03F-9290-FDD5-86DB-966D68F35B7A}"/>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DEBA1EFB-9E07-31DD-9765-9C5B259CA62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8" name="Google Shape;275;p37">
            <a:extLst>
              <a:ext uri="{FF2B5EF4-FFF2-40B4-BE49-F238E27FC236}">
                <a16:creationId xmlns:a16="http://schemas.microsoft.com/office/drawing/2014/main" id="{C2A7E64A-A2B8-C895-F111-4EA3F4D4EF29}"/>
              </a:ext>
            </a:extLst>
          </p:cNvPr>
          <p:cNvGrpSpPr/>
          <p:nvPr userDrawn="1"/>
        </p:nvGrpSpPr>
        <p:grpSpPr>
          <a:xfrm>
            <a:off x="457209" y="474129"/>
            <a:ext cx="1177786" cy="857849"/>
            <a:chOff x="865451" y="2114550"/>
            <a:chExt cx="3399093" cy="2475755"/>
          </a:xfrm>
        </p:grpSpPr>
        <p:sp>
          <p:nvSpPr>
            <p:cNvPr id="19" name="Google Shape;276;p37">
              <a:extLst>
                <a:ext uri="{FF2B5EF4-FFF2-40B4-BE49-F238E27FC236}">
                  <a16:creationId xmlns:a16="http://schemas.microsoft.com/office/drawing/2014/main" id="{AEA3E3F7-5E28-CA1D-FD4B-E267E8F68D77}"/>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20" name="Google Shape;277;p37">
              <a:extLst>
                <a:ext uri="{FF2B5EF4-FFF2-40B4-BE49-F238E27FC236}">
                  <a16:creationId xmlns:a16="http://schemas.microsoft.com/office/drawing/2014/main" id="{84D27F3A-DD9B-3E35-BF0A-FAD1CB8F3C52}"/>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21" name="TextBox 20">
            <a:extLst>
              <a:ext uri="{FF2B5EF4-FFF2-40B4-BE49-F238E27FC236}">
                <a16:creationId xmlns:a16="http://schemas.microsoft.com/office/drawing/2014/main" id="{CB973738-D3E1-232A-11B9-2253B9CCF8D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Tree>
    <p:extLst>
      <p:ext uri="{BB962C8B-B14F-4D97-AF65-F5344CB8AC3E}">
        <p14:creationId xmlns:p14="http://schemas.microsoft.com/office/powerpoint/2010/main" val="1674868626"/>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Quote -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009733" cy="1162750"/>
          </a:xfrm>
        </p:spPr>
        <p:txBody>
          <a:bodyPr anchor="ctr"/>
          <a:lstStyle>
            <a:lvl1pPr algn="l">
              <a:lnSpc>
                <a:spcPct val="100000"/>
              </a:lnSpc>
              <a:defRPr sz="4000" b="1">
                <a:solidFill>
                  <a:schemeClr val="tx1"/>
                </a:solidFill>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75;p37">
            <a:extLst>
              <a:ext uri="{FF2B5EF4-FFF2-40B4-BE49-F238E27FC236}">
                <a16:creationId xmlns:a16="http://schemas.microsoft.com/office/drawing/2014/main" id="{74847857-F937-CD64-1E2C-D0E5EAE37063}"/>
              </a:ext>
            </a:extLst>
          </p:cNvPr>
          <p:cNvGrpSpPr/>
          <p:nvPr/>
        </p:nvGrpSpPr>
        <p:grpSpPr>
          <a:xfrm>
            <a:off x="457209" y="474129"/>
            <a:ext cx="1177786" cy="857849"/>
            <a:chOff x="865451" y="2114550"/>
            <a:chExt cx="3399093" cy="2475755"/>
          </a:xfrm>
        </p:grpSpPr>
        <p:sp>
          <p:nvSpPr>
            <p:cNvPr id="7" name="Google Shape;276;p37">
              <a:extLst>
                <a:ext uri="{FF2B5EF4-FFF2-40B4-BE49-F238E27FC236}">
                  <a16:creationId xmlns:a16="http://schemas.microsoft.com/office/drawing/2014/main" id="{EB101FE0-5C53-430B-5E96-45909B4CB126}"/>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8" name="Google Shape;277;p37">
              <a:extLst>
                <a:ext uri="{FF2B5EF4-FFF2-40B4-BE49-F238E27FC236}">
                  <a16:creationId xmlns:a16="http://schemas.microsoft.com/office/drawing/2014/main" id="{86F5F33E-42B8-8868-A558-76F7DFEE5726}"/>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1" name="Subtitle 2">
            <a:extLst>
              <a:ext uri="{FF2B5EF4-FFF2-40B4-BE49-F238E27FC236}">
                <a16:creationId xmlns:a16="http://schemas.microsoft.com/office/drawing/2014/main" id="{4E29DC9F-0930-5ACB-CBA0-C28321058B93}"/>
              </a:ext>
            </a:extLst>
          </p:cNvPr>
          <p:cNvSpPr>
            <a:spLocks noGrp="1"/>
          </p:cNvSpPr>
          <p:nvPr>
            <p:ph type="subTitle" idx="1"/>
          </p:nvPr>
        </p:nvSpPr>
        <p:spPr>
          <a:xfrm>
            <a:off x="364877" y="4041210"/>
            <a:ext cx="5732648" cy="409338"/>
          </a:xfrm>
          <a:prstGeom prst="rect">
            <a:avLst/>
          </a:prstGeom>
        </p:spPr>
        <p:txBody>
          <a:bodyPr>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12" name="TextBox 11">
            <a:extLst>
              <a:ext uri="{FF2B5EF4-FFF2-40B4-BE49-F238E27FC236}">
                <a16:creationId xmlns:a16="http://schemas.microsoft.com/office/drawing/2014/main" id="{17BACBE6-4F66-1DDA-2337-2C1ED35B483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tx1">
                    <a:lumMod val="50000"/>
                    <a:lumOff val="50000"/>
                  </a:schemeClr>
                </a:solidFill>
                <a:latin typeface="+mn-lt"/>
                <a:ea typeface="+mn-ea"/>
                <a:cs typeface="+mn-cs"/>
              </a:rPr>
              <a:pPr algn="r"/>
              <a:t>‹#›</a:t>
            </a:fld>
            <a:endParaRPr lang="en-US" sz="600" i="0" kern="1200" dirty="0">
              <a:solidFill>
                <a:schemeClr val="tx1">
                  <a:lumMod val="50000"/>
                  <a:lumOff val="50000"/>
                </a:schemeClr>
              </a:solidFill>
              <a:latin typeface="+mn-lt"/>
              <a:ea typeface="+mn-ea"/>
              <a:cs typeface="+mn-cs"/>
            </a:endParaRPr>
          </a:p>
        </p:txBody>
      </p:sp>
      <p:sp>
        <p:nvSpPr>
          <p:cNvPr id="4" name="Google Shape;56;p14">
            <a:extLst>
              <a:ext uri="{FF2B5EF4-FFF2-40B4-BE49-F238E27FC236}">
                <a16:creationId xmlns:a16="http://schemas.microsoft.com/office/drawing/2014/main" id="{CAEEBA87-4015-0A45-856C-3F55E6316CB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F56A676A-ACDA-A913-746C-42F8FA2AE800}"/>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6" name="Google Shape;275;p37">
            <a:extLst>
              <a:ext uri="{FF2B5EF4-FFF2-40B4-BE49-F238E27FC236}">
                <a16:creationId xmlns:a16="http://schemas.microsoft.com/office/drawing/2014/main" id="{A0CC1866-15A3-CD21-C60A-2DC642D3CF9B}"/>
              </a:ext>
            </a:extLst>
          </p:cNvPr>
          <p:cNvGrpSpPr/>
          <p:nvPr/>
        </p:nvGrpSpPr>
        <p:grpSpPr>
          <a:xfrm>
            <a:off x="457209" y="474129"/>
            <a:ext cx="1177786" cy="857849"/>
            <a:chOff x="865451" y="2114550"/>
            <a:chExt cx="3399093" cy="2475755"/>
          </a:xfrm>
        </p:grpSpPr>
        <p:sp>
          <p:nvSpPr>
            <p:cNvPr id="13" name="Google Shape;276;p37">
              <a:extLst>
                <a:ext uri="{FF2B5EF4-FFF2-40B4-BE49-F238E27FC236}">
                  <a16:creationId xmlns:a16="http://schemas.microsoft.com/office/drawing/2014/main" id="{A5B1BE8C-6C86-EA1C-7099-1A8D33D5781F}"/>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4" name="Google Shape;277;p37">
              <a:extLst>
                <a:ext uri="{FF2B5EF4-FFF2-40B4-BE49-F238E27FC236}">
                  <a16:creationId xmlns:a16="http://schemas.microsoft.com/office/drawing/2014/main" id="{AEDBDAA2-17D4-FF75-31B2-08CA208A9D33}"/>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5" name="TextBox 14">
            <a:extLst>
              <a:ext uri="{FF2B5EF4-FFF2-40B4-BE49-F238E27FC236}">
                <a16:creationId xmlns:a16="http://schemas.microsoft.com/office/drawing/2014/main" id="{43BDFB39-3511-A61D-8477-CCD23B7C8E7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tx1">
                    <a:lumMod val="50000"/>
                    <a:lumOff val="50000"/>
                  </a:schemeClr>
                </a:solidFill>
                <a:latin typeface="+mn-lt"/>
                <a:ea typeface="+mn-ea"/>
                <a:cs typeface="+mn-cs"/>
              </a:rPr>
              <a:pPr algn="r"/>
              <a:t>‹#›</a:t>
            </a:fld>
            <a:endParaRPr lang="en-US" sz="600" i="0" kern="1200" dirty="0">
              <a:solidFill>
                <a:schemeClr val="tx1">
                  <a:lumMod val="50000"/>
                  <a:lumOff val="50000"/>
                </a:schemeClr>
              </a:solidFill>
              <a:latin typeface="+mn-lt"/>
              <a:ea typeface="+mn-ea"/>
              <a:cs typeface="+mn-cs"/>
            </a:endParaRPr>
          </a:p>
        </p:txBody>
      </p:sp>
      <p:sp>
        <p:nvSpPr>
          <p:cNvPr id="16" name="Google Shape;56;p14">
            <a:extLst>
              <a:ext uri="{FF2B5EF4-FFF2-40B4-BE49-F238E27FC236}">
                <a16:creationId xmlns:a16="http://schemas.microsoft.com/office/drawing/2014/main" id="{F5DA42C5-3B23-D7B4-A3C3-0F9E0781E1E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083D1937-F4B9-BD8C-35BA-5F8DA499777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8" name="Google Shape;275;p37">
            <a:extLst>
              <a:ext uri="{FF2B5EF4-FFF2-40B4-BE49-F238E27FC236}">
                <a16:creationId xmlns:a16="http://schemas.microsoft.com/office/drawing/2014/main" id="{AC0414FD-04DE-1A9A-704E-621E77003207}"/>
              </a:ext>
            </a:extLst>
          </p:cNvPr>
          <p:cNvGrpSpPr/>
          <p:nvPr userDrawn="1"/>
        </p:nvGrpSpPr>
        <p:grpSpPr>
          <a:xfrm>
            <a:off x="457209" y="474129"/>
            <a:ext cx="1177786" cy="857849"/>
            <a:chOff x="865451" y="2114550"/>
            <a:chExt cx="3399093" cy="2475755"/>
          </a:xfrm>
        </p:grpSpPr>
        <p:sp>
          <p:nvSpPr>
            <p:cNvPr id="19" name="Google Shape;276;p37">
              <a:extLst>
                <a:ext uri="{FF2B5EF4-FFF2-40B4-BE49-F238E27FC236}">
                  <a16:creationId xmlns:a16="http://schemas.microsoft.com/office/drawing/2014/main" id="{687197CE-D60B-1E20-0CA3-C472905FC598}"/>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20" name="Google Shape;277;p37">
              <a:extLst>
                <a:ext uri="{FF2B5EF4-FFF2-40B4-BE49-F238E27FC236}">
                  <a16:creationId xmlns:a16="http://schemas.microsoft.com/office/drawing/2014/main" id="{DD228226-35B2-64A3-9176-0BF70B0887B2}"/>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21" name="TextBox 20">
            <a:extLst>
              <a:ext uri="{FF2B5EF4-FFF2-40B4-BE49-F238E27FC236}">
                <a16:creationId xmlns:a16="http://schemas.microsoft.com/office/drawing/2014/main" id="{4CF36FF0-7824-3109-6677-117C6534430E}"/>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tx1">
                    <a:lumMod val="50000"/>
                    <a:lumOff val="50000"/>
                  </a:schemeClr>
                </a:solidFill>
                <a:latin typeface="+mn-lt"/>
                <a:ea typeface="+mn-ea"/>
                <a:cs typeface="+mn-cs"/>
              </a:rPr>
              <a:pPr algn="r"/>
              <a:t>‹#›</a:t>
            </a:fld>
            <a:endParaRPr lang="en-US" sz="600" i="0" kern="1200" dirty="0">
              <a:solidFill>
                <a:schemeClr val="tx1">
                  <a:lumMod val="50000"/>
                  <a:lumOff val="50000"/>
                </a:schemeClr>
              </a:solidFill>
              <a:latin typeface="+mn-lt"/>
              <a:ea typeface="+mn-ea"/>
              <a:cs typeface="+mn-cs"/>
            </a:endParaRPr>
          </a:p>
        </p:txBody>
      </p:sp>
    </p:spTree>
    <p:extLst>
      <p:ext uri="{BB962C8B-B14F-4D97-AF65-F5344CB8AC3E}">
        <p14:creationId xmlns:p14="http://schemas.microsoft.com/office/powerpoint/2010/main" val="2161411115"/>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Quote - Dk Blue w photo">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3" y="1956685"/>
            <a:ext cx="5192792" cy="1162750"/>
          </a:xfrm>
        </p:spPr>
        <p:txBody>
          <a:bodyPr anchor="ctr"/>
          <a:lstStyle>
            <a:lvl1pPr algn="l">
              <a:lnSpc>
                <a:spcPct val="100000"/>
              </a:lnSpc>
              <a:defRPr sz="4000" b="1">
                <a:solidFill>
                  <a:schemeClr val="bg1"/>
                </a:solidFill>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75;p37">
            <a:extLst>
              <a:ext uri="{FF2B5EF4-FFF2-40B4-BE49-F238E27FC236}">
                <a16:creationId xmlns:a16="http://schemas.microsoft.com/office/drawing/2014/main" id="{74847857-F937-CD64-1E2C-D0E5EAE37063}"/>
              </a:ext>
            </a:extLst>
          </p:cNvPr>
          <p:cNvGrpSpPr/>
          <p:nvPr/>
        </p:nvGrpSpPr>
        <p:grpSpPr>
          <a:xfrm>
            <a:off x="457209" y="474129"/>
            <a:ext cx="1177786" cy="857849"/>
            <a:chOff x="865451" y="2114550"/>
            <a:chExt cx="3399093" cy="2475755"/>
          </a:xfrm>
        </p:grpSpPr>
        <p:sp>
          <p:nvSpPr>
            <p:cNvPr id="7" name="Google Shape;276;p37">
              <a:extLst>
                <a:ext uri="{FF2B5EF4-FFF2-40B4-BE49-F238E27FC236}">
                  <a16:creationId xmlns:a16="http://schemas.microsoft.com/office/drawing/2014/main" id="{EB101FE0-5C53-430B-5E96-45909B4CB126}"/>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8" name="Google Shape;277;p37">
              <a:extLst>
                <a:ext uri="{FF2B5EF4-FFF2-40B4-BE49-F238E27FC236}">
                  <a16:creationId xmlns:a16="http://schemas.microsoft.com/office/drawing/2014/main" id="{86F5F33E-42B8-8868-A558-76F7DFEE5726}"/>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1" name="Subtitle 2">
            <a:extLst>
              <a:ext uri="{FF2B5EF4-FFF2-40B4-BE49-F238E27FC236}">
                <a16:creationId xmlns:a16="http://schemas.microsoft.com/office/drawing/2014/main" id="{4E29DC9F-0930-5ACB-CBA0-C28321058B93}"/>
              </a:ext>
            </a:extLst>
          </p:cNvPr>
          <p:cNvSpPr>
            <a:spLocks noGrp="1"/>
          </p:cNvSpPr>
          <p:nvPr>
            <p:ph type="subTitle" idx="1"/>
          </p:nvPr>
        </p:nvSpPr>
        <p:spPr>
          <a:xfrm>
            <a:off x="1362753" y="4041210"/>
            <a:ext cx="5732648" cy="409338"/>
          </a:xfrm>
          <a:prstGeom prst="rect">
            <a:avLst/>
          </a:prstGeom>
        </p:spPr>
        <p:txBody>
          <a:bodyPr>
            <a:noAutofit/>
          </a:bodyPr>
          <a:lstStyle>
            <a:lvl1pPr marL="0" indent="0" algn="r">
              <a:buNone/>
              <a:defRPr sz="1800" b="1">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12" name="TextBox 11">
            <a:extLst>
              <a:ext uri="{FF2B5EF4-FFF2-40B4-BE49-F238E27FC236}">
                <a16:creationId xmlns:a16="http://schemas.microsoft.com/office/drawing/2014/main" id="{17BACBE6-4F66-1DDA-2337-2C1ED35B483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4" name="Google Shape;56;p14">
            <a:extLst>
              <a:ext uri="{FF2B5EF4-FFF2-40B4-BE49-F238E27FC236}">
                <a16:creationId xmlns:a16="http://schemas.microsoft.com/office/drawing/2014/main" id="{6214612F-47A5-C567-4889-74B752C2F55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32DB8622-6441-C2BC-02DE-608D6947700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6" name="Google Shape;275;p37">
            <a:extLst>
              <a:ext uri="{FF2B5EF4-FFF2-40B4-BE49-F238E27FC236}">
                <a16:creationId xmlns:a16="http://schemas.microsoft.com/office/drawing/2014/main" id="{81931FE2-47C0-EDFB-F52A-E8FD3C58A64B}"/>
              </a:ext>
            </a:extLst>
          </p:cNvPr>
          <p:cNvGrpSpPr/>
          <p:nvPr/>
        </p:nvGrpSpPr>
        <p:grpSpPr>
          <a:xfrm>
            <a:off x="457209" y="474129"/>
            <a:ext cx="1177786" cy="857849"/>
            <a:chOff x="865451" y="2114550"/>
            <a:chExt cx="3399093" cy="2475755"/>
          </a:xfrm>
        </p:grpSpPr>
        <p:sp>
          <p:nvSpPr>
            <p:cNvPr id="13" name="Google Shape;276;p37">
              <a:extLst>
                <a:ext uri="{FF2B5EF4-FFF2-40B4-BE49-F238E27FC236}">
                  <a16:creationId xmlns:a16="http://schemas.microsoft.com/office/drawing/2014/main" id="{2C779103-60E3-EA5E-C921-EC9CCB225651}"/>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4" name="Google Shape;277;p37">
              <a:extLst>
                <a:ext uri="{FF2B5EF4-FFF2-40B4-BE49-F238E27FC236}">
                  <a16:creationId xmlns:a16="http://schemas.microsoft.com/office/drawing/2014/main" id="{24C5333F-6451-82A4-2BC4-CE90765751C2}"/>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5" name="TextBox 14">
            <a:extLst>
              <a:ext uri="{FF2B5EF4-FFF2-40B4-BE49-F238E27FC236}">
                <a16:creationId xmlns:a16="http://schemas.microsoft.com/office/drawing/2014/main" id="{38F18F62-63FD-BDDD-2CCA-C25B0865C57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6" name="Google Shape;56;p14">
            <a:extLst>
              <a:ext uri="{FF2B5EF4-FFF2-40B4-BE49-F238E27FC236}">
                <a16:creationId xmlns:a16="http://schemas.microsoft.com/office/drawing/2014/main" id="{E168E609-5653-4279-F50B-0FE4D30DBC82}"/>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763D60FC-5215-2348-0835-8AC6EFB9418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8" name="Google Shape;275;p37">
            <a:extLst>
              <a:ext uri="{FF2B5EF4-FFF2-40B4-BE49-F238E27FC236}">
                <a16:creationId xmlns:a16="http://schemas.microsoft.com/office/drawing/2014/main" id="{D1B24224-9167-528B-8877-2962BDB2BBD3}"/>
              </a:ext>
            </a:extLst>
          </p:cNvPr>
          <p:cNvGrpSpPr/>
          <p:nvPr userDrawn="1"/>
        </p:nvGrpSpPr>
        <p:grpSpPr>
          <a:xfrm>
            <a:off x="457209" y="474129"/>
            <a:ext cx="1177786" cy="857849"/>
            <a:chOff x="865451" y="2114550"/>
            <a:chExt cx="3399093" cy="2475755"/>
          </a:xfrm>
        </p:grpSpPr>
        <p:sp>
          <p:nvSpPr>
            <p:cNvPr id="19" name="Google Shape;276;p37">
              <a:extLst>
                <a:ext uri="{FF2B5EF4-FFF2-40B4-BE49-F238E27FC236}">
                  <a16:creationId xmlns:a16="http://schemas.microsoft.com/office/drawing/2014/main" id="{B38FDCD9-70BE-BF83-E226-ED5734402449}"/>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20" name="Google Shape;277;p37">
              <a:extLst>
                <a:ext uri="{FF2B5EF4-FFF2-40B4-BE49-F238E27FC236}">
                  <a16:creationId xmlns:a16="http://schemas.microsoft.com/office/drawing/2014/main" id="{5D230281-494E-BFA5-2339-4B20C9C442E8}"/>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21" name="TextBox 20">
            <a:extLst>
              <a:ext uri="{FF2B5EF4-FFF2-40B4-BE49-F238E27FC236}">
                <a16:creationId xmlns:a16="http://schemas.microsoft.com/office/drawing/2014/main" id="{E21066F3-9346-10B0-2CE7-BFDAC78E089B}"/>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Tree>
    <p:extLst>
      <p:ext uri="{BB962C8B-B14F-4D97-AF65-F5344CB8AC3E}">
        <p14:creationId xmlns:p14="http://schemas.microsoft.com/office/powerpoint/2010/main" val="1688136408"/>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eam">
    <p:spTree>
      <p:nvGrpSpPr>
        <p:cNvPr id="1" name=""/>
        <p:cNvGrpSpPr/>
        <p:nvPr/>
      </p:nvGrpSpPr>
      <p:grpSpPr>
        <a:xfrm>
          <a:off x="0" y="0"/>
          <a:ext cx="0" cy="0"/>
          <a:chOff x="0" y="0"/>
          <a:chExt cx="0" cy="0"/>
        </a:xfrm>
      </p:grpSpPr>
      <p:sp>
        <p:nvSpPr>
          <p:cNvPr id="3" name="Google Shape;298;p40">
            <a:extLst>
              <a:ext uri="{FF2B5EF4-FFF2-40B4-BE49-F238E27FC236}">
                <a16:creationId xmlns:a16="http://schemas.microsoft.com/office/drawing/2014/main" id="{207C3CF2-0C10-9D95-85E9-CCB75BBCB73B}"/>
              </a:ext>
            </a:extLst>
          </p:cNvPr>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itle 1"/>
          <p:cNvSpPr>
            <a:spLocks noGrp="1"/>
          </p:cNvSpPr>
          <p:nvPr>
            <p:ph type="title"/>
          </p:nvPr>
        </p:nvSpPr>
        <p:spPr>
          <a:xfrm>
            <a:off x="353539" y="291988"/>
            <a:ext cx="8461830" cy="473131"/>
          </a:xfrm>
        </p:spPr>
        <p:txBody>
          <a:bodyPr>
            <a:noAutofit/>
          </a:bodyPr>
          <a:lstStyle>
            <a:lvl1pPr>
              <a:defRPr sz="2600" b="1"/>
            </a:lvl1pPr>
          </a:lstStyle>
          <a:p>
            <a:r>
              <a:rPr lang="en-US"/>
              <a:t>Click to edit Master title style</a:t>
            </a:r>
            <a:endParaRPr lang="en-US" dirty="0"/>
          </a:p>
        </p:txBody>
      </p:sp>
      <p:sp>
        <p:nvSpPr>
          <p:cNvPr id="4" name="Google Shape;56;p14">
            <a:extLst>
              <a:ext uri="{FF2B5EF4-FFF2-40B4-BE49-F238E27FC236}">
                <a16:creationId xmlns:a16="http://schemas.microsoft.com/office/drawing/2014/main" id="{DE015E05-38D6-E7B3-8895-F15B0BF4D187}"/>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B032178A-FF5A-BB80-D369-633B524632B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7" name="TextBox 6">
            <a:extLst>
              <a:ext uri="{FF2B5EF4-FFF2-40B4-BE49-F238E27FC236}">
                <a16:creationId xmlns:a16="http://schemas.microsoft.com/office/drawing/2014/main" id="{05AB7F74-391F-1B14-92BB-DD7F5991E96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2" name="Google Shape;150;p23">
            <a:extLst>
              <a:ext uri="{FF2B5EF4-FFF2-40B4-BE49-F238E27FC236}">
                <a16:creationId xmlns:a16="http://schemas.microsoft.com/office/drawing/2014/main" id="{4CE2E9DF-AB9E-39C5-C729-61C217023B2C}"/>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98;p40">
            <a:extLst>
              <a:ext uri="{FF2B5EF4-FFF2-40B4-BE49-F238E27FC236}">
                <a16:creationId xmlns:a16="http://schemas.microsoft.com/office/drawing/2014/main" id="{FC5EF21E-99ED-D381-33F1-F789E0ECE8CA}"/>
              </a:ext>
            </a:extLst>
          </p:cNvPr>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6;p14">
            <a:extLst>
              <a:ext uri="{FF2B5EF4-FFF2-40B4-BE49-F238E27FC236}">
                <a16:creationId xmlns:a16="http://schemas.microsoft.com/office/drawing/2014/main" id="{F225BE62-3FCC-50AD-A352-00D4FA1FF4C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6B6B04F8-3A32-38E6-F7A7-76C1B93B4A8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10" name="TextBox 9">
            <a:extLst>
              <a:ext uri="{FF2B5EF4-FFF2-40B4-BE49-F238E27FC236}">
                <a16:creationId xmlns:a16="http://schemas.microsoft.com/office/drawing/2014/main" id="{AEBCA2A7-C0E1-9671-A7E5-7F6EA2DC6DAA}"/>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1" name="Google Shape;150;p23">
            <a:extLst>
              <a:ext uri="{FF2B5EF4-FFF2-40B4-BE49-F238E27FC236}">
                <a16:creationId xmlns:a16="http://schemas.microsoft.com/office/drawing/2014/main" id="{4F96ADA3-BAEB-EA18-FD30-3CB19124831E}"/>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98;p40">
            <a:extLst>
              <a:ext uri="{FF2B5EF4-FFF2-40B4-BE49-F238E27FC236}">
                <a16:creationId xmlns:a16="http://schemas.microsoft.com/office/drawing/2014/main" id="{530BF57E-DDDC-4E9A-A450-23AA6CAB51A8}"/>
              </a:ext>
            </a:extLst>
          </p:cNvPr>
          <p:cNvSpPr/>
          <p:nvPr userDrawn="1"/>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56;p14">
            <a:extLst>
              <a:ext uri="{FF2B5EF4-FFF2-40B4-BE49-F238E27FC236}">
                <a16:creationId xmlns:a16="http://schemas.microsoft.com/office/drawing/2014/main" id="{76A9B7C4-B81C-5FB5-4059-2BD0FACF8539}"/>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 name="Google Shape;60;p14">
            <a:extLst>
              <a:ext uri="{FF2B5EF4-FFF2-40B4-BE49-F238E27FC236}">
                <a16:creationId xmlns:a16="http://schemas.microsoft.com/office/drawing/2014/main" id="{EF43324B-6B9C-D02E-90FD-1A5FEF3EA14D}"/>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16" name="TextBox 15">
            <a:extLst>
              <a:ext uri="{FF2B5EF4-FFF2-40B4-BE49-F238E27FC236}">
                <a16:creationId xmlns:a16="http://schemas.microsoft.com/office/drawing/2014/main" id="{5CC10CEB-DEA7-E22D-D6DE-EE4FBA76926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7" name="Google Shape;150;p23">
            <a:extLst>
              <a:ext uri="{FF2B5EF4-FFF2-40B4-BE49-F238E27FC236}">
                <a16:creationId xmlns:a16="http://schemas.microsoft.com/office/drawing/2014/main" id="{DF1E7BEE-384C-1751-B903-4E7D58D84005}"/>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482171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hank You 0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348338" cy="1162750"/>
          </a:xfrm>
        </p:spPr>
        <p:txBody>
          <a:bodyPr anchor="ctr"/>
          <a:lstStyle>
            <a:lvl1pPr algn="l">
              <a:lnSpc>
                <a:spcPct val="85000"/>
              </a:lnSpc>
              <a:defRPr sz="5200" b="1" i="0" cap="all" baseline="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Google Shape;310;p42">
            <a:extLst>
              <a:ext uri="{FF2B5EF4-FFF2-40B4-BE49-F238E27FC236}">
                <a16:creationId xmlns:a16="http://schemas.microsoft.com/office/drawing/2014/main" id="{5C13B558-7EC7-3168-24F4-4BB2DA05261A}"/>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8" name="Google Shape;312;p42">
            <a:extLst>
              <a:ext uri="{FF2B5EF4-FFF2-40B4-BE49-F238E27FC236}">
                <a16:creationId xmlns:a16="http://schemas.microsoft.com/office/drawing/2014/main" id="{F4B5383E-D245-D777-626A-03F278B175B9}"/>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4" name="Google Shape;310;p42">
            <a:extLst>
              <a:ext uri="{FF2B5EF4-FFF2-40B4-BE49-F238E27FC236}">
                <a16:creationId xmlns:a16="http://schemas.microsoft.com/office/drawing/2014/main" id="{D4DCFDC9-C59B-C078-B62F-2DBD25F92629}"/>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5" name="Google Shape;312;p42">
            <a:extLst>
              <a:ext uri="{FF2B5EF4-FFF2-40B4-BE49-F238E27FC236}">
                <a16:creationId xmlns:a16="http://schemas.microsoft.com/office/drawing/2014/main" id="{4C8451AE-C25C-9A41-EB00-2274C82FC51A}"/>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6" name="Google Shape;310;p42">
            <a:extLst>
              <a:ext uri="{FF2B5EF4-FFF2-40B4-BE49-F238E27FC236}">
                <a16:creationId xmlns:a16="http://schemas.microsoft.com/office/drawing/2014/main" id="{FF34E88D-41DD-8402-8F3A-A39F92724A06}"/>
              </a:ext>
            </a:extLst>
          </p:cNvPr>
          <p:cNvSpPr/>
          <p:nvPr userDrawn="1"/>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7" name="Google Shape;312;p42">
            <a:extLst>
              <a:ext uri="{FF2B5EF4-FFF2-40B4-BE49-F238E27FC236}">
                <a16:creationId xmlns:a16="http://schemas.microsoft.com/office/drawing/2014/main" id="{94B32E55-799F-FC59-A811-F49D41947136}"/>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1996849057"/>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hank You 02">
    <p:bg>
      <p:bgPr>
        <a:solidFill>
          <a:schemeClr val="accent1"/>
        </a:solidFill>
        <a:effectLst/>
      </p:bgPr>
    </p:bg>
    <p:spTree>
      <p:nvGrpSpPr>
        <p:cNvPr id="1" name=""/>
        <p:cNvGrpSpPr/>
        <p:nvPr/>
      </p:nvGrpSpPr>
      <p:grpSpPr>
        <a:xfrm>
          <a:off x="0" y="0"/>
          <a:ext cx="0" cy="0"/>
          <a:chOff x="0" y="0"/>
          <a:chExt cx="0" cy="0"/>
        </a:xfrm>
      </p:grpSpPr>
      <p:grpSp>
        <p:nvGrpSpPr>
          <p:cNvPr id="4" name="Google Shape;249;p34">
            <a:extLst>
              <a:ext uri="{FF2B5EF4-FFF2-40B4-BE49-F238E27FC236}">
                <a16:creationId xmlns:a16="http://schemas.microsoft.com/office/drawing/2014/main" id="{C8C7A9DA-6683-04E1-57B1-BEEA583BF44F}"/>
              </a:ext>
            </a:extLst>
          </p:cNvPr>
          <p:cNvGrpSpPr/>
          <p:nvPr/>
        </p:nvGrpSpPr>
        <p:grpSpPr>
          <a:xfrm>
            <a:off x="-10" y="3770439"/>
            <a:ext cx="9143997" cy="1371564"/>
            <a:chOff x="-10" y="3735321"/>
            <a:chExt cx="9139427" cy="1408177"/>
          </a:xfrm>
        </p:grpSpPr>
        <p:pic>
          <p:nvPicPr>
            <p:cNvPr id="5" name="Google Shape;250;p34">
              <a:extLst>
                <a:ext uri="{FF2B5EF4-FFF2-40B4-BE49-F238E27FC236}">
                  <a16:creationId xmlns:a16="http://schemas.microsoft.com/office/drawing/2014/main" id="{67CF61D8-135A-2A41-ACB1-55C65ED4C7B7}"/>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6" name="Google Shape;251;p34">
              <a:extLst>
                <a:ext uri="{FF2B5EF4-FFF2-40B4-BE49-F238E27FC236}">
                  <a16:creationId xmlns:a16="http://schemas.microsoft.com/office/drawing/2014/main" id="{8C24717E-6C87-714E-27DF-F48F8D2912E3}"/>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7" name="Google Shape;252;p34">
              <a:extLst>
                <a:ext uri="{FF2B5EF4-FFF2-40B4-BE49-F238E27FC236}">
                  <a16:creationId xmlns:a16="http://schemas.microsoft.com/office/drawing/2014/main" id="{14D476DB-B69E-DC2C-3D16-87C6F8227F9C}"/>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2" name="Title 1"/>
          <p:cNvSpPr>
            <a:spLocks noGrp="1"/>
          </p:cNvSpPr>
          <p:nvPr>
            <p:ph type="ctrTitle"/>
          </p:nvPr>
        </p:nvSpPr>
        <p:spPr>
          <a:xfrm>
            <a:off x="352602" y="1956685"/>
            <a:ext cx="8348338" cy="1162750"/>
          </a:xfrm>
        </p:spPr>
        <p:txBody>
          <a:bodyPr anchor="ctr"/>
          <a:lstStyle>
            <a:lvl1pPr algn="l">
              <a:lnSpc>
                <a:spcPct val="85000"/>
              </a:lnSpc>
              <a:defRPr sz="5200" b="1" i="0" cap="all" baseline="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Google Shape;310;p42">
            <a:extLst>
              <a:ext uri="{FF2B5EF4-FFF2-40B4-BE49-F238E27FC236}">
                <a16:creationId xmlns:a16="http://schemas.microsoft.com/office/drawing/2014/main" id="{5C13B558-7EC7-3168-24F4-4BB2DA05261A}"/>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8" name="Google Shape;312;p42">
            <a:extLst>
              <a:ext uri="{FF2B5EF4-FFF2-40B4-BE49-F238E27FC236}">
                <a16:creationId xmlns:a16="http://schemas.microsoft.com/office/drawing/2014/main" id="{F4B5383E-D245-D777-626A-03F278B175B9}"/>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9" name="Google Shape;249;p34">
            <a:extLst>
              <a:ext uri="{FF2B5EF4-FFF2-40B4-BE49-F238E27FC236}">
                <a16:creationId xmlns:a16="http://schemas.microsoft.com/office/drawing/2014/main" id="{49C11111-EF10-AA01-C921-D795D89EFD89}"/>
              </a:ext>
            </a:extLst>
          </p:cNvPr>
          <p:cNvGrpSpPr/>
          <p:nvPr/>
        </p:nvGrpSpPr>
        <p:grpSpPr>
          <a:xfrm>
            <a:off x="-10" y="3770439"/>
            <a:ext cx="9143997" cy="1371564"/>
            <a:chOff x="-10" y="3735321"/>
            <a:chExt cx="9139427" cy="1408177"/>
          </a:xfrm>
        </p:grpSpPr>
        <p:pic>
          <p:nvPicPr>
            <p:cNvPr id="10" name="Google Shape;250;p34">
              <a:extLst>
                <a:ext uri="{FF2B5EF4-FFF2-40B4-BE49-F238E27FC236}">
                  <a16:creationId xmlns:a16="http://schemas.microsoft.com/office/drawing/2014/main" id="{3635409E-2028-7A4D-51E5-2FAA74A13971}"/>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1" name="Google Shape;251;p34">
              <a:extLst>
                <a:ext uri="{FF2B5EF4-FFF2-40B4-BE49-F238E27FC236}">
                  <a16:creationId xmlns:a16="http://schemas.microsoft.com/office/drawing/2014/main" id="{83C67863-DB2A-89CA-799B-948134B551C5}"/>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2" name="Google Shape;252;p34">
              <a:extLst>
                <a:ext uri="{FF2B5EF4-FFF2-40B4-BE49-F238E27FC236}">
                  <a16:creationId xmlns:a16="http://schemas.microsoft.com/office/drawing/2014/main" id="{62A6DB20-8B43-F77A-E385-D1E4E8588CE5}"/>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3" name="Google Shape;310;p42">
            <a:extLst>
              <a:ext uri="{FF2B5EF4-FFF2-40B4-BE49-F238E27FC236}">
                <a16:creationId xmlns:a16="http://schemas.microsoft.com/office/drawing/2014/main" id="{1A759A8E-69FF-08FA-EA6E-958E86979CE1}"/>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4" name="Google Shape;312;p42">
            <a:extLst>
              <a:ext uri="{FF2B5EF4-FFF2-40B4-BE49-F238E27FC236}">
                <a16:creationId xmlns:a16="http://schemas.microsoft.com/office/drawing/2014/main" id="{F2F1AD49-4EE7-7DE5-08D5-90E23E2C3691}"/>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5" name="Google Shape;249;p34">
            <a:extLst>
              <a:ext uri="{FF2B5EF4-FFF2-40B4-BE49-F238E27FC236}">
                <a16:creationId xmlns:a16="http://schemas.microsoft.com/office/drawing/2014/main" id="{1DDA36B3-0995-F2A5-8F16-44FB94D4A392}"/>
              </a:ext>
            </a:extLst>
          </p:cNvPr>
          <p:cNvGrpSpPr/>
          <p:nvPr userDrawn="1"/>
        </p:nvGrpSpPr>
        <p:grpSpPr>
          <a:xfrm>
            <a:off x="-10" y="3770439"/>
            <a:ext cx="9143997" cy="1371564"/>
            <a:chOff x="-10" y="3735321"/>
            <a:chExt cx="9139427" cy="1408177"/>
          </a:xfrm>
        </p:grpSpPr>
        <p:pic>
          <p:nvPicPr>
            <p:cNvPr id="16" name="Google Shape;250;p34">
              <a:extLst>
                <a:ext uri="{FF2B5EF4-FFF2-40B4-BE49-F238E27FC236}">
                  <a16:creationId xmlns:a16="http://schemas.microsoft.com/office/drawing/2014/main" id="{16B84404-FFEB-AC84-E6D2-11B4B8C2F230}"/>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7" name="Google Shape;251;p34">
              <a:extLst>
                <a:ext uri="{FF2B5EF4-FFF2-40B4-BE49-F238E27FC236}">
                  <a16:creationId xmlns:a16="http://schemas.microsoft.com/office/drawing/2014/main" id="{8C1E04E0-831B-0A06-B33C-9041CB973A12}"/>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8" name="Google Shape;252;p34">
              <a:extLst>
                <a:ext uri="{FF2B5EF4-FFF2-40B4-BE49-F238E27FC236}">
                  <a16:creationId xmlns:a16="http://schemas.microsoft.com/office/drawing/2014/main" id="{8B11456B-4588-C220-D7BA-F012B1F23D7F}"/>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9" name="Google Shape;310;p42">
            <a:extLst>
              <a:ext uri="{FF2B5EF4-FFF2-40B4-BE49-F238E27FC236}">
                <a16:creationId xmlns:a16="http://schemas.microsoft.com/office/drawing/2014/main" id="{EA27B276-D019-4904-F831-3CE336BB82C7}"/>
              </a:ext>
            </a:extLst>
          </p:cNvPr>
          <p:cNvSpPr/>
          <p:nvPr userDrawn="1"/>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0" name="Google Shape;312;p42">
            <a:extLst>
              <a:ext uri="{FF2B5EF4-FFF2-40B4-BE49-F238E27FC236}">
                <a16:creationId xmlns:a16="http://schemas.microsoft.com/office/drawing/2014/main" id="{500183A9-E93C-22D5-263E-ACC1F570F365}"/>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3187908503"/>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LAST LAYOUT">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7F995-8D83-787F-CF2C-0A7E85A8B84E}"/>
              </a:ext>
            </a:extLst>
          </p:cNvPr>
          <p:cNvSpPr/>
          <p:nvPr/>
        </p:nvSpPr>
        <p:spPr>
          <a:xfrm>
            <a:off x="793488" y="639557"/>
            <a:ext cx="7557025" cy="3864387"/>
          </a:xfrm>
          <a:prstGeom prst="rect">
            <a:avLst/>
          </a:prstGeom>
          <a:noFill/>
          <a:ln w="152400">
            <a:solidFill>
              <a:srgbClr val="A20000"/>
            </a:solidFill>
          </a:ln>
        </p:spPr>
        <p:style>
          <a:lnRef idx="2">
            <a:schemeClr val="accent1">
              <a:shade val="15000"/>
            </a:schemeClr>
          </a:lnRef>
          <a:fillRef idx="1">
            <a:schemeClr val="accent1"/>
          </a:fillRef>
          <a:effectRef idx="0">
            <a:schemeClr val="accent1"/>
          </a:effectRef>
          <a:fontRef idx="minor">
            <a:schemeClr val="lt1"/>
          </a:fontRef>
        </p:style>
        <p:txBody>
          <a:bodyPr lIns="914400" rIns="914400" rtlCol="0" anchor="ctr"/>
          <a:lstStyle/>
          <a:p>
            <a:pPr algn="ctr"/>
            <a:r>
              <a:rPr lang="en-US" sz="3600" b="1" i="0" dirty="0">
                <a:latin typeface="Arial Black" panose="020B0604020202020204" pitchFamily="34" charset="0"/>
                <a:cs typeface="Arial Black" panose="020B0604020202020204" pitchFamily="34" charset="0"/>
              </a:rPr>
              <a:t>LAST LAYOUT</a:t>
            </a:r>
          </a:p>
          <a:p>
            <a:pPr algn="ctr"/>
            <a:endParaRPr lang="en-US" sz="1000" dirty="0"/>
          </a:p>
          <a:p>
            <a:pPr algn="ctr"/>
            <a:r>
              <a:rPr lang="en-US" dirty="0"/>
              <a:t>In order for your template to work properly, layouts appearing after this one should be deleted. Make sure your deck is using the 2026 Snowflake template by applying any of the above layouts to your slides, then </a:t>
            </a:r>
            <a:r>
              <a:rPr lang="en-US" b="1" dirty="0">
                <a:solidFill>
                  <a:srgbClr val="C00000"/>
                </a:solidFill>
              </a:rPr>
              <a:t>delete the rogue layouts </a:t>
            </a:r>
            <a:r>
              <a:rPr lang="en-US" dirty="0"/>
              <a:t>that appear below. </a:t>
            </a:r>
          </a:p>
          <a:p>
            <a:pPr algn="ctr"/>
            <a:endParaRPr lang="en-US" dirty="0"/>
          </a:p>
        </p:txBody>
      </p:sp>
    </p:spTree>
    <p:extLst>
      <p:ext uri="{BB962C8B-B14F-4D97-AF65-F5344CB8AC3E}">
        <p14:creationId xmlns:p14="http://schemas.microsoft.com/office/powerpoint/2010/main" val="8700058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Multi-use layout">
  <p:cSld name="1_Multi-use layout">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229600" y="4866905"/>
            <a:ext cx="473700" cy="92400"/>
          </a:xfrm>
          <a:prstGeom prst="rect">
            <a:avLst/>
          </a:prstGeom>
          <a:noFill/>
          <a:ln>
            <a:noFill/>
          </a:ln>
        </p:spPr>
        <p:txBody>
          <a:bodyPr spcFirstLastPara="1" wrap="square" lIns="0" tIns="0" rIns="0" bIns="0" anchor="b" anchorCtr="0">
            <a:spAutoFit/>
          </a:bodyPr>
          <a:lstStyle>
            <a:lvl1pPr marL="0" marR="0" lvl="0" indent="0" algn="r" rtl="0">
              <a:spcBef>
                <a:spcPts val="0"/>
              </a:spcBef>
              <a:buNone/>
              <a:defRPr sz="600" i="0">
                <a:solidFill>
                  <a:srgbClr val="929292"/>
                </a:solidFill>
              </a:defRPr>
            </a:lvl1pPr>
            <a:lvl2pPr marL="0" marR="0" lvl="1" indent="0" algn="r" rtl="0">
              <a:spcBef>
                <a:spcPts val="0"/>
              </a:spcBef>
              <a:buNone/>
              <a:defRPr sz="600" i="0">
                <a:solidFill>
                  <a:srgbClr val="929292"/>
                </a:solidFill>
              </a:defRPr>
            </a:lvl2pPr>
            <a:lvl3pPr marL="0" marR="0" lvl="2" indent="0" algn="r" rtl="0">
              <a:spcBef>
                <a:spcPts val="0"/>
              </a:spcBef>
              <a:buNone/>
              <a:defRPr sz="600" i="0">
                <a:solidFill>
                  <a:srgbClr val="929292"/>
                </a:solidFill>
              </a:defRPr>
            </a:lvl3pPr>
            <a:lvl4pPr marL="0" marR="0" lvl="3" indent="0" algn="r" rtl="0">
              <a:spcBef>
                <a:spcPts val="0"/>
              </a:spcBef>
              <a:buNone/>
              <a:defRPr sz="600" i="0">
                <a:solidFill>
                  <a:srgbClr val="929292"/>
                </a:solidFill>
              </a:defRPr>
            </a:lvl4pPr>
            <a:lvl5pPr marL="0" marR="0" lvl="4" indent="0" algn="r" rtl="0">
              <a:spcBef>
                <a:spcPts val="0"/>
              </a:spcBef>
              <a:buNone/>
              <a:defRPr sz="600" i="0">
                <a:solidFill>
                  <a:srgbClr val="929292"/>
                </a:solidFill>
              </a:defRPr>
            </a:lvl5pPr>
            <a:lvl6pPr marL="0" marR="0" lvl="5" indent="0" algn="r" rtl="0">
              <a:spcBef>
                <a:spcPts val="0"/>
              </a:spcBef>
              <a:buNone/>
              <a:defRPr sz="600" i="0">
                <a:solidFill>
                  <a:srgbClr val="929292"/>
                </a:solidFill>
              </a:defRPr>
            </a:lvl6pPr>
            <a:lvl7pPr marL="0" marR="0" lvl="6" indent="0" algn="r" rtl="0">
              <a:spcBef>
                <a:spcPts val="0"/>
              </a:spcBef>
              <a:buNone/>
              <a:defRPr sz="600" i="0">
                <a:solidFill>
                  <a:srgbClr val="929292"/>
                </a:solidFill>
              </a:defRPr>
            </a:lvl7pPr>
            <a:lvl8pPr marL="0" marR="0" lvl="7" indent="0" algn="r" rtl="0">
              <a:spcBef>
                <a:spcPts val="0"/>
              </a:spcBef>
              <a:buNone/>
              <a:defRPr sz="600" i="0">
                <a:solidFill>
                  <a:srgbClr val="929292"/>
                </a:solidFill>
              </a:defRPr>
            </a:lvl8pPr>
            <a:lvl9pPr marL="0" marR="0" lvl="8" indent="0" algn="r" rtl="0">
              <a:spcBef>
                <a:spcPts val="0"/>
              </a:spcBef>
              <a:buNone/>
              <a:defRPr sz="600" i="0">
                <a:solidFill>
                  <a:srgbClr val="929292"/>
                </a:solidFill>
              </a:defRPr>
            </a:lvl9pPr>
          </a:lstStyle>
          <a:p>
            <a:pPr marL="0" lvl="0" indent="0" algn="r" rtl="0">
              <a:spcBef>
                <a:spcPts val="0"/>
              </a:spcBef>
              <a:spcAft>
                <a:spcPts val="0"/>
              </a:spcAft>
              <a:buNone/>
            </a:pPr>
            <a:fld id="{00000000-1234-1234-1234-123412341234}" type="slidenum">
              <a:rPr lang="en"/>
              <a:t>‹#›</a:t>
            </a:fld>
            <a:endParaRPr/>
          </a:p>
        </p:txBody>
      </p:sp>
      <p:sp>
        <p:nvSpPr>
          <p:cNvPr id="12" name="Google Shape;12;p2"/>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3" name="Google Shape;13;p2"/>
          <p:cNvSpPr txBox="1">
            <a:spLocks noGrp="1"/>
          </p:cNvSpPr>
          <p:nvPr>
            <p:ph type="subTitle" idx="1"/>
          </p:nvPr>
        </p:nvSpPr>
        <p:spPr>
          <a:xfrm>
            <a:off x="365760" y="655285"/>
            <a:ext cx="8344800" cy="3657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endParaRPr/>
          </a:p>
        </p:txBody>
      </p:sp>
      <p:sp>
        <p:nvSpPr>
          <p:cNvPr id="14" name="Google Shape;14;p2"/>
          <p:cNvSpPr txBox="1"/>
          <p:nvPr/>
        </p:nvSpPr>
        <p:spPr>
          <a:xfrm>
            <a:off x="2883200" y="1953900"/>
            <a:ext cx="2668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5" name="Google Shape;15;p2"/>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a:solidFill>
                  <a:srgbClr val="929292"/>
                </a:solidFill>
                <a:latin typeface="Arial"/>
                <a:ea typeface="Arial"/>
                <a:cs typeface="Arial"/>
                <a:sym typeface="Arial"/>
              </a:rPr>
              <a:t>© </a:t>
            </a:r>
            <a:r>
              <a:rPr lang="en" sz="600">
                <a:solidFill>
                  <a:srgbClr val="929292"/>
                </a:solidFill>
              </a:rPr>
              <a:t>2026</a:t>
            </a:r>
            <a:r>
              <a:rPr lang="en" sz="600" b="0" i="0">
                <a:solidFill>
                  <a:srgbClr val="929292"/>
                </a:solidFill>
                <a:latin typeface="Arial"/>
                <a:ea typeface="Arial"/>
                <a:cs typeface="Arial"/>
                <a:sym typeface="Arial"/>
              </a:rPr>
              <a:t> Snowflake Inc. All Rights Reserved</a:t>
            </a:r>
            <a:endParaRPr sz="600">
              <a:solidFill>
                <a:srgbClr val="929292"/>
              </a:solidFill>
              <a:latin typeface="Arial"/>
              <a:ea typeface="Arial"/>
              <a:cs typeface="Arial"/>
              <a:sym typeface="Arial"/>
            </a:endParaRPr>
          </a:p>
        </p:txBody>
      </p:sp>
      <p:sp>
        <p:nvSpPr>
          <p:cNvPr id="16" name="Google Shape;16;p2"/>
          <p:cNvSpPr/>
          <p:nvPr/>
        </p:nvSpPr>
        <p:spPr>
          <a:xfrm>
            <a:off x="0" y="343500"/>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txBox="1">
            <a:spLocks noGrp="1"/>
          </p:cNvSpPr>
          <p:nvPr>
            <p:ph type="title"/>
          </p:nvPr>
        </p:nvSpPr>
        <p:spPr>
          <a:xfrm>
            <a:off x="365750" y="274323"/>
            <a:ext cx="8344800" cy="365700"/>
          </a:xfrm>
          <a:prstGeom prst="rect">
            <a:avLst/>
          </a:prstGeom>
        </p:spPr>
        <p:txBody>
          <a:bodyPr spcFirstLastPara="1" wrap="square" lIns="91425" tIns="91425" rIns="91425" bIns="91425" anchor="t" anchorCtr="0">
            <a:noAutofit/>
          </a:bodyPr>
          <a:lstStyle>
            <a:lvl1pPr lvl="0" rtl="0">
              <a:lnSpc>
                <a:spcPct val="85000"/>
              </a:lnSpc>
              <a:spcBef>
                <a:spcPts val="0"/>
              </a:spcBef>
              <a:spcAft>
                <a:spcPts val="0"/>
              </a:spcAft>
              <a:buSzPts val="2600"/>
              <a:buNone/>
              <a:defRPr/>
            </a:lvl1pPr>
            <a:lvl2pPr lvl="1" rtl="0">
              <a:lnSpc>
                <a:spcPct val="85000"/>
              </a:lnSpc>
              <a:spcBef>
                <a:spcPts val="1000"/>
              </a:spcBef>
              <a:spcAft>
                <a:spcPts val="0"/>
              </a:spcAft>
              <a:buSzPts val="1400"/>
              <a:buNone/>
              <a:defRPr/>
            </a:lvl2pPr>
            <a:lvl3pPr lvl="2" rtl="0">
              <a:lnSpc>
                <a:spcPct val="85000"/>
              </a:lnSpc>
              <a:spcBef>
                <a:spcPts val="1000"/>
              </a:spcBef>
              <a:spcAft>
                <a:spcPts val="0"/>
              </a:spcAft>
              <a:buSzPts val="1400"/>
              <a:buNone/>
              <a:defRPr/>
            </a:lvl3pPr>
            <a:lvl4pPr lvl="3" rtl="0">
              <a:lnSpc>
                <a:spcPct val="85000"/>
              </a:lnSpc>
              <a:spcBef>
                <a:spcPts val="1000"/>
              </a:spcBef>
              <a:spcAft>
                <a:spcPts val="0"/>
              </a:spcAft>
              <a:buSzPts val="1400"/>
              <a:buNone/>
              <a:defRPr/>
            </a:lvl4pPr>
            <a:lvl5pPr lvl="4" rtl="0">
              <a:lnSpc>
                <a:spcPct val="85000"/>
              </a:lnSpc>
              <a:spcBef>
                <a:spcPts val="1000"/>
              </a:spcBef>
              <a:spcAft>
                <a:spcPts val="0"/>
              </a:spcAft>
              <a:buSzPts val="1400"/>
              <a:buNone/>
              <a:defRPr/>
            </a:lvl5pPr>
            <a:lvl6pPr lvl="5" rtl="0">
              <a:lnSpc>
                <a:spcPct val="85000"/>
              </a:lnSpc>
              <a:spcBef>
                <a:spcPts val="1000"/>
              </a:spcBef>
              <a:spcAft>
                <a:spcPts val="0"/>
              </a:spcAft>
              <a:buSzPts val="1400"/>
              <a:buNone/>
              <a:defRPr/>
            </a:lvl6pPr>
            <a:lvl7pPr lvl="6" rtl="0">
              <a:lnSpc>
                <a:spcPct val="85000"/>
              </a:lnSpc>
              <a:spcBef>
                <a:spcPts val="1000"/>
              </a:spcBef>
              <a:spcAft>
                <a:spcPts val="0"/>
              </a:spcAft>
              <a:buSzPts val="1400"/>
              <a:buNone/>
              <a:defRPr/>
            </a:lvl7pPr>
            <a:lvl8pPr lvl="7" rtl="0">
              <a:lnSpc>
                <a:spcPct val="85000"/>
              </a:lnSpc>
              <a:spcBef>
                <a:spcPts val="1000"/>
              </a:spcBef>
              <a:spcAft>
                <a:spcPts val="0"/>
              </a:spcAft>
              <a:buSzPts val="1400"/>
              <a:buNone/>
              <a:defRPr/>
            </a:lvl8pPr>
            <a:lvl9pPr lvl="8" rtl="0">
              <a:lnSpc>
                <a:spcPct val="85000"/>
              </a:lnSpc>
              <a:spcBef>
                <a:spcPts val="1000"/>
              </a:spcBef>
              <a:spcAft>
                <a:spcPts val="1000"/>
              </a:spcAft>
              <a:buSzPts val="1400"/>
              <a:buNone/>
              <a:defRPr/>
            </a:lvl9pPr>
          </a:lstStyle>
          <a:p>
            <a:endParaRPr/>
          </a:p>
        </p:txBody>
      </p:sp>
    </p:spTree>
    <p:extLst>
      <p:ext uri="{BB962C8B-B14F-4D97-AF65-F5344CB8AC3E}">
        <p14:creationId xmlns:p14="http://schemas.microsoft.com/office/powerpoint/2010/main" val="287039774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4559" y="291988"/>
            <a:ext cx="7886700" cy="473131"/>
          </a:xfrm>
          <a:prstGeom prst="rect">
            <a:avLst/>
          </a:prstGeom>
        </p:spPr>
        <p:txBody>
          <a:bodyPr vert="horz" lIns="91440" tIns="91440" rIns="91440" bIns="0" rtlCol="0" anchor="t">
            <a:noAutofit/>
          </a:bodyPr>
          <a:lstStyle/>
          <a:p>
            <a:pPr lvl="0"/>
            <a:r>
              <a:rPr lang="en-US"/>
              <a:t>Click to edit Master title style</a:t>
            </a:r>
            <a:endParaRPr lang="en-US" dirty="0"/>
          </a:p>
        </p:txBody>
      </p:sp>
      <p:sp>
        <p:nvSpPr>
          <p:cNvPr id="5" name="Text Placeholder 4">
            <a:extLst>
              <a:ext uri="{FF2B5EF4-FFF2-40B4-BE49-F238E27FC236}">
                <a16:creationId xmlns:a16="http://schemas.microsoft.com/office/drawing/2014/main" id="{085661A6-7EF8-3908-7D7D-693EF36EBBEB}"/>
              </a:ext>
            </a:extLst>
          </p:cNvPr>
          <p:cNvSpPr>
            <a:spLocks noGrp="1"/>
          </p:cNvSpPr>
          <p:nvPr>
            <p:ph type="body" idx="1"/>
          </p:nvPr>
        </p:nvSpPr>
        <p:spPr>
          <a:xfrm>
            <a:off x="628650" y="1370013"/>
            <a:ext cx="7886700" cy="326231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Box 2">
            <a:extLst>
              <a:ext uri="{FF2B5EF4-FFF2-40B4-BE49-F238E27FC236}">
                <a16:creationId xmlns:a16="http://schemas.microsoft.com/office/drawing/2014/main" id="{A5968197-BCAC-D26E-2FCF-CB7C8333135E}"/>
              </a:ext>
            </a:extLst>
          </p:cNvPr>
          <p:cNvSpPr txBox="1"/>
          <p:nvPr/>
        </p:nvSpPr>
        <p:spPr>
          <a:xfrm>
            <a:off x="6611816" y="-574516"/>
            <a:ext cx="2656176" cy="261610"/>
          </a:xfrm>
          <a:prstGeom prst="rect">
            <a:avLst/>
          </a:prstGeom>
          <a:noFill/>
        </p:spPr>
        <p:txBody>
          <a:bodyPr wrap="none" rtlCol="0">
            <a:spAutoFit/>
          </a:bodyPr>
          <a:lstStyle/>
          <a:p>
            <a:pPr algn="r"/>
            <a:r>
              <a:rPr lang="en-US" sz="1050" spc="170" baseline="0" dirty="0">
                <a:solidFill>
                  <a:srgbClr val="CCCCCC"/>
                </a:solidFill>
              </a:rPr>
              <a:t>SNOWFLAKE THEME 2026.01</a:t>
            </a:r>
          </a:p>
        </p:txBody>
      </p:sp>
      <p:sp>
        <p:nvSpPr>
          <p:cNvPr id="4" name="TextBox 3">
            <a:extLst>
              <a:ext uri="{FF2B5EF4-FFF2-40B4-BE49-F238E27FC236}">
                <a16:creationId xmlns:a16="http://schemas.microsoft.com/office/drawing/2014/main" id="{9AAEA3D5-D460-4031-513D-27B84CFD0714}"/>
              </a:ext>
            </a:extLst>
          </p:cNvPr>
          <p:cNvSpPr txBox="1"/>
          <p:nvPr userDrawn="1"/>
        </p:nvSpPr>
        <p:spPr>
          <a:xfrm>
            <a:off x="6611816" y="-574516"/>
            <a:ext cx="2656176" cy="261610"/>
          </a:xfrm>
          <a:prstGeom prst="rect">
            <a:avLst/>
          </a:prstGeom>
          <a:noFill/>
        </p:spPr>
        <p:txBody>
          <a:bodyPr wrap="none" rtlCol="0">
            <a:spAutoFit/>
          </a:bodyPr>
          <a:lstStyle/>
          <a:p>
            <a:pPr algn="r"/>
            <a:r>
              <a:rPr lang="en-US" sz="1050" spc="170" baseline="0" dirty="0">
                <a:solidFill>
                  <a:srgbClr val="CCCCCC"/>
                </a:solidFill>
              </a:rPr>
              <a:t>SNOWFLAKE THEME 2026.01</a:t>
            </a:r>
          </a:p>
        </p:txBody>
      </p:sp>
    </p:spTree>
    <p:extLst>
      <p:ext uri="{BB962C8B-B14F-4D97-AF65-F5344CB8AC3E}">
        <p14:creationId xmlns:p14="http://schemas.microsoft.com/office/powerpoint/2010/main" val="419734460"/>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 id="2147483762" r:id="rId18"/>
    <p:sldLayoutId id="2147483763" r:id="rId19"/>
    <p:sldLayoutId id="2147483764" r:id="rId20"/>
    <p:sldLayoutId id="2147483765" r:id="rId21"/>
    <p:sldLayoutId id="2147483766" r:id="rId22"/>
    <p:sldLayoutId id="2147483767" r:id="rId23"/>
    <p:sldLayoutId id="2147483768" r:id="rId24"/>
    <p:sldLayoutId id="2147483769" r:id="rId25"/>
    <p:sldLayoutId id="2147483770" r:id="rId26"/>
    <p:sldLayoutId id="2147483771" r:id="rId27"/>
    <p:sldLayoutId id="2147483772" r:id="rId28"/>
    <p:sldLayoutId id="2147483773" r:id="rId29"/>
    <p:sldLayoutId id="2147483774" r:id="rId30"/>
    <p:sldLayoutId id="2147483775" r:id="rId31"/>
    <p:sldLayoutId id="2147483776" r:id="rId32"/>
    <p:sldLayoutId id="2147483777" r:id="rId33"/>
    <p:sldLayoutId id="2147483778" r:id="rId34"/>
    <p:sldLayoutId id="2147483779" r:id="rId35"/>
    <p:sldLayoutId id="2147483780" r:id="rId36"/>
    <p:sldLayoutId id="2147483781" r:id="rId37"/>
    <p:sldLayoutId id="2147483782" r:id="rId38"/>
  </p:sldLayoutIdLst>
  <p:txStyles>
    <p:titleStyle>
      <a:lvl1pPr algn="l" defTabSz="685800" rtl="0" eaLnBrk="1" latinLnBrk="0" hangingPunct="1">
        <a:lnSpc>
          <a:spcPct val="85000"/>
        </a:lnSpc>
        <a:spcBef>
          <a:spcPct val="0"/>
        </a:spcBef>
        <a:buNone/>
        <a:defRPr lang="en-US" sz="2600" b="1" kern="1200" dirty="0">
          <a:solidFill>
            <a:schemeClr val="tx1"/>
          </a:solidFill>
          <a:latin typeface="+mn-lt"/>
          <a:ea typeface="+mn-ea"/>
          <a:cs typeface="+mn-cs"/>
        </a:defRPr>
      </a:lvl1pPr>
    </p:titleStyle>
    <p:bodyStyle>
      <a:lvl1pPr marL="0" indent="0" algn="l" defTabSz="685800" rtl="0" eaLnBrk="1" latinLnBrk="0" hangingPunct="1">
        <a:lnSpc>
          <a:spcPct val="114000"/>
        </a:lnSpc>
        <a:spcBef>
          <a:spcPts val="0"/>
        </a:spcBef>
        <a:spcAft>
          <a:spcPts val="1000"/>
        </a:spcAft>
        <a:buFont typeface="Arial" panose="020B0604020202020204" pitchFamily="34" charset="0"/>
        <a:buNone/>
        <a:defRPr lang="en-US" sz="1800" kern="1200" dirty="0" smtClean="0">
          <a:solidFill>
            <a:srgbClr val="5B5B5B"/>
          </a:solidFill>
          <a:latin typeface="+mn-lt"/>
          <a:ea typeface="+mn-ea"/>
          <a:cs typeface="+mn-cs"/>
        </a:defRPr>
      </a:lvl1pPr>
      <a:lvl2pPr marL="290513" indent="-176213"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800" kern="1200" dirty="0" smtClean="0">
          <a:solidFill>
            <a:srgbClr val="5B5B5B"/>
          </a:solidFill>
          <a:latin typeface="+mn-lt"/>
          <a:ea typeface="+mn-ea"/>
          <a:cs typeface="+mn-cs"/>
        </a:defRPr>
      </a:lvl2pPr>
      <a:lvl3pPr marL="519113" indent="-198438"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500" kern="1200" dirty="0" smtClean="0">
          <a:solidFill>
            <a:srgbClr val="5B5B5B"/>
          </a:solidFill>
          <a:latin typeface="+mn-lt"/>
          <a:ea typeface="+mn-ea"/>
          <a:cs typeface="+mn-cs"/>
        </a:defRPr>
      </a:lvl3pPr>
      <a:lvl4pPr marL="749300" indent="-174625"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350" kern="1200" dirty="0" smtClean="0">
          <a:solidFill>
            <a:srgbClr val="5B5B5B"/>
          </a:solidFill>
          <a:latin typeface="+mn-lt"/>
          <a:ea typeface="+mn-ea"/>
          <a:cs typeface="+mn-cs"/>
        </a:defRPr>
      </a:lvl4pPr>
      <a:lvl5pPr marL="971550" indent="-171450"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350" kern="1200" dirty="0">
          <a:solidFill>
            <a:srgbClr val="5B5B5B"/>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25" pos="2880" userDrawn="1">
          <p15:clr>
            <a:srgbClr val="F26B43"/>
          </p15:clr>
        </p15:guide>
        <p15:guide id="26" orient="horz" pos="1620" userDrawn="1">
          <p15:clr>
            <a:srgbClr val="F26B43"/>
          </p15:clr>
        </p15:guide>
        <p15:guide id="27" pos="5496" userDrawn="1">
          <p15:clr>
            <a:srgbClr val="F26B43"/>
          </p15:clr>
        </p15:guide>
        <p15:guide id="28" pos="288" userDrawn="1">
          <p15:clr>
            <a:srgbClr val="F26B43"/>
          </p15:clr>
        </p15:guide>
        <p15:guide id="29" pos="4152" userDrawn="1">
          <p15:clr>
            <a:srgbClr val="F26B43"/>
          </p15:clr>
        </p15:guide>
        <p15:guide id="30" orient="horz" pos="2964" userDrawn="1">
          <p15:clr>
            <a:srgbClr val="F26B43"/>
          </p15:clr>
        </p15:guide>
        <p15:guide id="31" pos="4320" userDrawn="1">
          <p15:clr>
            <a:srgbClr val="F26B43"/>
          </p15:clr>
        </p15:guide>
        <p15:guide id="32" pos="2952" userDrawn="1">
          <p15:clr>
            <a:srgbClr val="F26B43"/>
          </p15:clr>
        </p15:guide>
        <p15:guide id="33" pos="2808" userDrawn="1">
          <p15:clr>
            <a:srgbClr val="F26B43"/>
          </p15:clr>
        </p15:guide>
        <p15:guide id="34" pos="1632" userDrawn="1">
          <p15:clr>
            <a:srgbClr val="F26B43"/>
          </p15:clr>
        </p15:guide>
        <p15:guide id="35" pos="1464" userDrawn="1">
          <p15:clr>
            <a:srgbClr val="F26B43"/>
          </p15:clr>
        </p15:guide>
        <p15:guide id="36" orient="horz" pos="3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First Solar</a:t>
            </a:r>
          </a:p>
          <a:p>
            <a:r>
              <a:t>Supply Chain Intelligence Agent</a:t>
            </a:r>
          </a:p>
        </p:txBody>
      </p:sp>
      <p:sp>
        <p:nvSpPr>
          <p:cNvPr id="3" name="Subtitle 2"/>
          <p:cNvSpPr>
            <a:spLocks noGrp="1"/>
          </p:cNvSpPr>
          <p:nvPr>
            <p:ph type="subTitle" idx="1"/>
          </p:nvPr>
        </p:nvSpPr>
        <p:spPr/>
        <p:txBody>
          <a:bodyPr/>
          <a:lstStyle/>
          <a:p>
            <a:r>
              <a:t>4-Act Demo Narrative  |  Snowflake Intelligence</a:t>
            </a:r>
          </a:p>
        </p:txBody>
      </p:sp>
      <p:sp>
        <p:nvSpPr>
          <p:cNvPr id="4" name="Content Placeholder 3"/>
          <p:cNvSpPr>
            <a:spLocks noGrp="1"/>
          </p:cNvSpPr>
          <p:nvPr>
            <p:ph idx="10"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"The point isn't that Snowflake's LLM is smarter than Oracle's. Oracle sees what's happening inside First Solar's transactional systems. Snowflake combines that with manufacturing data and what's happening outside First Solar. Same question + broader context = better decision."</a:t>
            </a:r>
          </a:p>
        </p:txBody>
      </p:sp>
      <p:sp>
        <p:nvSpPr>
          <p:cNvPr id="3" name="Subtitle 2"/>
          <p:cNvSpPr>
            <a:spLocks noGrp="1"/>
          </p:cNvSpPr>
          <p:nvPr>
            <p:ph type="subTitle" idx="1"/>
          </p:nvPr>
        </p:nvSpPr>
        <p:spPr/>
        <p:txBody>
          <a:bodyPr/>
          <a:lstStyle/>
          <a:p>
            <a:r>
              <a:t>Say this at the OPEN and the CLOSE of the 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"Are there any emerging supply-chain risks that could cause us to miss our production plan over the next 90 days?"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 1 — Oracle / ERP View</a:t>
            </a:r>
          </a:p>
        </p:txBody>
      </p:sp>
      <p:sp>
        <p:nvSpPr>
          <p:cNvPr id="3" name="Subtitle 2"/>
          <p:cNvSpPr>
            <a:spLocks noGrp="1"/>
          </p:cNvSpPr>
          <p:nvPr>
            <p:ph type="subTitle" idx="1"/>
          </p:nvPr>
        </p:nvSpPr>
        <p:spPr/>
        <p:txBody>
          <a:bodyPr/>
          <a:lstStyle/>
          <a:p>
            <a:r>
              <a:t>Everything Looks Healthy</a:t>
            </a:r>
          </a:p>
        </p:txBody>
      </p:sp>
      <p:sp>
        <p:nvSpPr>
          <p:cNvPr id="4" name="TextBox 3"/>
          <p:cNvSpPr txBox="1"/>
          <p:nvPr/>
        </p:nvSpPr>
        <p:spPr>
          <a:xfrm>
            <a:off x="731520" y="1645920"/>
            <a:ext cx="10058400" cy="4114800"/>
          </a:xfrm>
          <a:prstGeom prst="rect">
            <a:avLst/>
          </a:prstGeom>
          <a:noFill/>
        </p:spPr>
        <p:txBody>
          <a:bodyPr wrap="square">
            <a:spAutoFit/>
          </a:bodyPr>
          <a:lstStyle/>
          <a:p>
            <a:pPr algn="l">
              <a:defRPr sz="1400" b="0">
                <a:solidFill>
                  <a:srgbClr val="333333"/>
                </a:solidFill>
              </a:defRPr>
            </a:pPr>
            <a:r>
              <a:t>•  ABC Glass Industries (Monterrey, Mexico) — Primary substrate glass supplier</a:t>
            </a:r>
            <a:br/>
            <a:br/>
            <a:r>
              <a:t>•  Historical on-time delivery: 97%  |  Quality: 99.5%  |  Risk: 2.0/10</a:t>
            </a:r>
            <a:br/>
            <a:br/>
            <a:r>
              <a:t>•  Open POs: All on schedule, delivery dates confirmed</a:t>
            </a:r>
            <a:br/>
            <a:br/>
            <a:r>
              <a:t>•  Alabama glass inventory: 18 days forward coverage</a:t>
            </a:r>
            <a:br/>
            <a:br/>
            <a:r>
              <a:t>•  WMS / TMS: All shipments in transit, no flags</a:t>
            </a:r>
            <a:br/>
            <a:br/>
            <a:br/>
            <a:r>
              <a:t>Agent Response: "No material supply risk identified. Inventory coverage adequate."</a:t>
            </a:r>
            <a:br/>
            <a:br/>
            <a:r>
              <a:t>DIRECTOR NOTE: Oracle is RIGHT here. Data boundary, not failure.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 2 — Add Manufacturing Context</a:t>
            </a:r>
          </a:p>
        </p:txBody>
      </p:sp>
      <p:sp>
        <p:nvSpPr>
          <p:cNvPr id="3" name="Subtitle 2"/>
          <p:cNvSpPr>
            <a:spLocks noGrp="1"/>
          </p:cNvSpPr>
          <p:nvPr>
            <p:ph type="subTitle" idx="1"/>
          </p:nvPr>
        </p:nvSpPr>
        <p:spPr/>
        <p:txBody>
          <a:bodyPr/>
          <a:lstStyle/>
          <a:p>
            <a:r>
              <a:t>Still Manageable</a:t>
            </a:r>
          </a:p>
        </p:txBody>
      </p:sp>
      <p:sp>
        <p:nvSpPr>
          <p:cNvPr id="4" name="TextBox 3"/>
          <p:cNvSpPr txBox="1"/>
          <p:nvPr/>
        </p:nvSpPr>
        <p:spPr>
          <a:xfrm>
            <a:off x="731520" y="1645920"/>
            <a:ext cx="10058400" cy="4114800"/>
          </a:xfrm>
          <a:prstGeom prst="rect">
            <a:avLst/>
          </a:prstGeom>
          <a:noFill/>
        </p:spPr>
        <p:txBody>
          <a:bodyPr wrap="square">
            <a:spAutoFit/>
          </a:bodyPr>
          <a:lstStyle/>
          <a:p>
            <a:pPr algn="l">
              <a:defRPr sz="1400" b="0">
                <a:solidFill>
                  <a:srgbClr val="333333"/>
                </a:solidFill>
              </a:defRPr>
            </a:pPr>
            <a:r>
              <a:t>•  Daily glass consumption: ~530 panels/day at Alabama</a:t>
            </a:r>
            <a:br/>
            <a:br/>
            <a:r>
              <a:t>•  Series 7 ramping for Q2 — NextEra, Invenergy commitments</a:t>
            </a:r>
            <a:br/>
            <a:br/>
            <a:r>
              <a:t>•  BOM constraint: 1 substrate glass per module, NO substitute</a:t>
            </a:r>
            <a:br/>
            <a:br/>
            <a:r>
              <a:t>•  18 days coverage at burn rate = zero buffer</a:t>
            </a:r>
            <a:br/>
            <a:br/>
            <a:r>
              <a:t>•  Deliveries MUST arrive on time to maintain plan</a:t>
            </a:r>
            <a:br/>
            <a:br/>
            <a:br/>
            <a:r>
              <a:t>Agent Response: "Tight but manageable if deliveries arrive on time."</a:t>
            </a:r>
            <a:br/>
            <a:br/>
            <a:r>
              <a:t>Sets up WHY the external layer is the unlock.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Act 3 — THE REVEAL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Marketplace Signal Surfaces the Risk</a:t>
            </a:r>
          </a:p>
        </p:txBody>
      </p:sp>
      <p:sp>
        <p:nvSpPr>
          <p:cNvPr id="3" name="Subtitle 2"/>
          <p:cNvSpPr>
            <a:spLocks noGrp="1"/>
          </p:cNvSpPr>
          <p:nvPr>
            <p:ph type="subTitle" idx="1"/>
          </p:nvPr>
        </p:nvSpPr>
        <p:spPr/>
        <p:txBody>
          <a:bodyPr/>
          <a:lstStyle/>
          <a:p>
            <a:r>
              <a:t>Snowflake Marketplace Trade / Shipping Data</a:t>
            </a:r>
          </a:p>
        </p:txBody>
      </p:sp>
      <p:sp>
        <p:nvSpPr>
          <p:cNvPr id="4" name="Rounded Rectangle 3"/>
          <p:cNvSpPr/>
          <p:nvPr/>
        </p:nvSpPr>
        <p:spPr>
          <a:xfrm>
            <a:off x="731520" y="1828800"/>
            <a:ext cx="2560320" cy="1097280"/>
          </a:xfrm>
          <a:prstGeom prst="roundRect">
            <a:avLst/>
          </a:prstGeom>
          <a:solidFill>
            <a:srgbClr val="11273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Export Volume</a:t>
            </a:r>
            <a:br/>
            <a:r>
              <a:t>DOWN 19%</a:t>
            </a:r>
          </a:p>
        </p:txBody>
      </p:sp>
      <p:sp>
        <p:nvSpPr>
          <p:cNvPr id="5" name="Rounded Rectangle 4"/>
          <p:cNvSpPr/>
          <p:nvPr/>
        </p:nvSpPr>
        <p:spPr>
          <a:xfrm>
            <a:off x="3566160" y="1828800"/>
            <a:ext cx="2560320" cy="1097280"/>
          </a:xfrm>
          <a:prstGeom prst="roundRect">
            <a:avLst/>
          </a:prstGeom>
          <a:solidFill>
            <a:srgbClr val="11273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Port Dwell</a:t>
            </a:r>
            <a:br/>
            <a:r>
              <a:t>UP 71%</a:t>
            </a:r>
          </a:p>
        </p:txBody>
      </p:sp>
      <p:sp>
        <p:nvSpPr>
          <p:cNvPr id="6" name="Rounded Rectangle 5"/>
          <p:cNvSpPr/>
          <p:nvPr/>
        </p:nvSpPr>
        <p:spPr>
          <a:xfrm>
            <a:off x="6400800" y="1828800"/>
            <a:ext cx="2560320" cy="1097280"/>
          </a:xfrm>
          <a:prstGeom prst="roundRect">
            <a:avLst/>
          </a:prstGeom>
          <a:solidFill>
            <a:srgbClr val="11273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Delay Rate</a:t>
            </a:r>
            <a:br/>
            <a:r>
              <a:t>0% → 4.5%</a:t>
            </a:r>
          </a:p>
        </p:txBody>
      </p:sp>
      <p:sp>
        <p:nvSpPr>
          <p:cNvPr id="7" name="Rounded Rectangle 6"/>
          <p:cNvSpPr/>
          <p:nvPr/>
        </p:nvSpPr>
        <p:spPr>
          <a:xfrm>
            <a:off x="9235440" y="1828800"/>
            <a:ext cx="2560320" cy="1097280"/>
          </a:xfrm>
          <a:prstGeom prst="roundRect">
            <a:avLst/>
          </a:prstGeom>
          <a:solidFill>
            <a:srgbClr val="11273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Transit Time</a:t>
            </a:r>
            <a:br/>
            <a:r>
              <a:t>UP 50%</a:t>
            </a:r>
          </a:p>
        </p:txBody>
      </p:sp>
      <p:sp>
        <p:nvSpPr>
          <p:cNvPr id="8" name="TextBox 7"/>
          <p:cNvSpPr txBox="1"/>
          <p:nvPr/>
        </p:nvSpPr>
        <p:spPr>
          <a:xfrm>
            <a:off x="731520" y="3291840"/>
            <a:ext cx="10058400" cy="2560320"/>
          </a:xfrm>
          <a:prstGeom prst="rect">
            <a:avLst/>
          </a:prstGeom>
          <a:noFill/>
        </p:spPr>
        <p:txBody>
          <a:bodyPr wrap="square">
            <a:spAutoFit/>
          </a:bodyPr>
          <a:lstStyle/>
          <a:p>
            <a:pPr algn="l">
              <a:defRPr sz="1400" b="0">
                <a:solidFill>
                  <a:srgbClr val="333333"/>
                </a:solidFill>
              </a:defRPr>
            </a:pPr>
            <a:r>
              <a:t>Agent: "Alabama has ELEVATED substrate-glass supply risk. Inventory provides 18 days of coverage. Oracle shows deliveries on schedule, but external shipping data indicates deteriorating activity on the ABC Glass supply lane. A two-week delivery disruption could put ~134 MW of scheduled production at risk."</a:t>
            </a:r>
            <a:br/>
            <a:br/>
            <a:r>
              <a:t>DIRECTOR: "External signal is simulated. In production = live Marketplace dataset."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 4 — Operate the Business</a:t>
            </a:r>
          </a:p>
        </p:txBody>
      </p:sp>
      <p:sp>
        <p:nvSpPr>
          <p:cNvPr id="3" name="Subtitle 2"/>
          <p:cNvSpPr>
            <a:spLocks noGrp="1"/>
          </p:cNvSpPr>
          <p:nvPr>
            <p:ph type="subTitle" idx="1"/>
          </p:nvPr>
        </p:nvSpPr>
        <p:spPr/>
        <p:txBody>
          <a:bodyPr/>
          <a:lstStyle/>
          <a:p/>
        </p:txBody>
      </p:sp>
      <p:sp>
        <p:nvSpPr>
          <p:cNvPr id="4" name="Content Placeholder 3"/>
          <p:cNvSpPr>
            <a:spLocks noGrp="1"/>
          </p:cNvSpPr>
          <p:nvPr>
            <p:ph idx="20" sz="quarter"/>
          </p:nvPr>
        </p:nvSpPr>
        <p:spPr/>
        <p:txBody>
          <a:bodyPr/>
          <a:lstStyle/>
          <a:p>
            <a:r>
              <a:t>1. EXPEDITE</a:t>
            </a:r>
          </a:p>
          <a:p/>
          <a:p>
            <a:r>
              <a:t>ABC Glass —</a:t>
            </a:r>
          </a:p>
          <a:p>
            <a:r>
              <a:t>expedite in-transit</a:t>
            </a:r>
          </a:p>
          <a:p>
            <a:r>
              <a:t>shipments</a:t>
            </a:r>
          </a:p>
        </p:txBody>
      </p:sp>
      <p:sp>
        <p:nvSpPr>
          <p:cNvPr id="5" name="Content Placeholder 4"/>
          <p:cNvSpPr>
            <a:spLocks noGrp="1"/>
          </p:cNvSpPr>
          <p:nvPr>
            <p:ph idx="21" sz="quarter"/>
          </p:nvPr>
        </p:nvSpPr>
        <p:spPr/>
        <p:txBody>
          <a:bodyPr/>
          <a:lstStyle/>
          <a:p>
            <a:r>
              <a:t>2. TRANSFER</a:t>
            </a:r>
          </a:p>
          <a:p/>
          <a:p>
            <a:r>
              <a:t>Ohio → Alabama</a:t>
            </a:r>
          </a:p>
          <a:p>
            <a:r>
              <a:t>45d surplus glass</a:t>
            </a:r>
          </a:p>
          <a:p>
            <a:r>
              <a:t>2-day transit</a:t>
            </a:r>
          </a:p>
        </p:txBody>
      </p:sp>
      <p:sp>
        <p:nvSpPr>
          <p:cNvPr id="6" name="Content Placeholder 5"/>
          <p:cNvSpPr>
            <a:spLocks noGrp="1"/>
          </p:cNvSpPr>
          <p:nvPr>
            <p:ph idx="22" sz="quarter"/>
          </p:nvPr>
        </p:nvSpPr>
        <p:spPr/>
        <p:txBody>
          <a:bodyPr/>
          <a:lstStyle/>
          <a:p>
            <a:r>
              <a:t>3. QUALIFY ALT</a:t>
            </a:r>
          </a:p>
          <a:p/>
          <a:p>
            <a:r>
              <a:t>Guardian Glass (MI)</a:t>
            </a:r>
          </a:p>
          <a:p>
            <a:r>
              <a:t>emergency alternate</a:t>
            </a:r>
          </a:p>
          <a:p>
            <a:r>
              <a:t>supplier</a:t>
            </a:r>
          </a:p>
        </p:txBody>
      </p:sp>
      <p:sp>
        <p:nvSpPr>
          <p:cNvPr id="7" name="Content Placeholder 6"/>
          <p:cNvSpPr>
            <a:spLocks noGrp="1"/>
          </p:cNvSpPr>
          <p:nvPr>
            <p:ph idx="23" sz="quarter"/>
          </p:nvPr>
        </p:nvSpPr>
        <p:spPr/>
        <p:txBody>
          <a:bodyPr/>
          <a:lstStyle/>
          <a:p>
            <a:r>
              <a:t>4. PRIORITIZE</a:t>
            </a:r>
          </a:p>
          <a:p/>
          <a:p>
            <a:r>
              <a:t>NextEra Q2</a:t>
            </a:r>
          </a:p>
          <a:p>
            <a:r>
              <a:t>Invenergy Magnolia</a:t>
            </a:r>
          </a:p>
          <a:p>
            <a:r>
              <a:t>commitments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 Land It in Their Units</a:t>
            </a:r>
          </a:p>
        </p:txBody>
      </p:sp>
      <p:sp>
        <p:nvSpPr>
          <p:cNvPr id="3" name="Subtitle 2"/>
          <p:cNvSpPr>
            <a:spLocks noGrp="1"/>
          </p:cNvSpPr>
          <p:nvPr>
            <p:ph type="subTitle" idx="1"/>
          </p:nvPr>
        </p:nvSpPr>
        <p:spPr/>
        <p:txBody>
          <a:bodyPr/>
          <a:lstStyle/>
          <a:p/>
        </p:txBody>
      </p:sp>
      <p:sp>
        <p:nvSpPr>
          <p:cNvPr id="4" name="Content Placeholder 3"/>
          <p:cNvSpPr>
            <a:spLocks noGrp="1"/>
          </p:cNvSpPr>
          <p:nvPr>
            <p:ph idx="16" sz="quarter"/>
          </p:nvPr>
        </p:nvSpPr>
        <p:spPr/>
        <p:txBody>
          <a:bodyPr/>
          <a:lstStyle/>
          <a:p>
            <a:r>
              <a:t>~134 MW at risk</a:t>
            </a:r>
          </a:p>
          <a:p/>
          <a:p>
            <a:r>
              <a:t>~$40M Revenue</a:t>
            </a:r>
          </a:p>
          <a:p/>
          <a:p>
            <a:r>
              <a:t>14 days × 9.6 MW/day</a:t>
            </a:r>
          </a:p>
          <a:p>
            <a:r>
              <a:t>@ $0.30/W module ASP</a:t>
            </a:r>
          </a:p>
        </p:txBody>
      </p:sp>
      <p:sp>
        <p:nvSpPr>
          <p:cNvPr id="5" name="Content Placeholder 4"/>
          <p:cNvSpPr>
            <a:spLocks noGrp="1"/>
          </p:cNvSpPr>
          <p:nvPr>
            <p:ph idx="17" sz="quarter"/>
          </p:nvPr>
        </p:nvSpPr>
        <p:spPr/>
        <p:txBody>
          <a:bodyPr/>
          <a:lstStyle/>
          <a:p>
            <a:r>
              <a:t>Alabama: 9.6 MW/day</a:t>
            </a:r>
          </a:p>
          <a:p>
            <a:r>
              <a:t>Glass coverage: 18 days</a:t>
            </a:r>
          </a:p>
          <a:p/>
          <a:p>
            <a:r>
              <a:t>2-week delay:</a:t>
            </a:r>
          </a:p>
          <a:p>
            <a:r>
              <a:t>14 × 9.6 = 134 MW</a:t>
            </a:r>
          </a:p>
          <a:p/>
          <a:p>
            <a:r>
              <a:t>Customers:</a:t>
            </a:r>
          </a:p>
          <a:p>
            <a:r>
              <a:t>NextEra Q2</a:t>
            </a:r>
          </a:p>
          <a:p>
            <a:r>
              <a:t>Invenergy Magnolia</a:t>
            </a:r>
          </a:p>
          <a:p/>
          <a:p>
            <a:r>
              <a:t>ALWAYS land in MW and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Architecture — 11 Tools</a:t>
            </a:r>
          </a:p>
        </p:txBody>
      </p:sp>
      <p:sp>
        <p:nvSpPr>
          <p:cNvPr id="3" name="Subtitle 2"/>
          <p:cNvSpPr>
            <a:spLocks noGrp="1"/>
          </p:cNvSpPr>
          <p:nvPr>
            <p:ph type="subTitle" idx="1"/>
          </p:nvPr>
        </p:nvSpPr>
        <p:spPr/>
        <p:txBody>
          <a:bodyPr/>
          <a:lstStyle/>
          <a:p/>
        </p:txBody>
      </p:sp>
      <p:sp>
        <p:nvSpPr>
          <p:cNvPr id="4" name="Content Placeholder 3"/>
          <p:cNvSpPr>
            <a:spLocks noGrp="1"/>
          </p:cNvSpPr>
          <p:nvPr>
            <p:ph idx="19" sz="quarter"/>
          </p:nvPr>
        </p:nvSpPr>
        <p:spPr/>
        <p:txBody>
          <a:bodyPr/>
          <a:lstStyle/>
          <a:p>
            <a:r>
              <a:t>Cortex Analyst (3)</a:t>
            </a:r>
          </a:p>
          <a:p/>
          <a:p>
            <a:r>
              <a:t>• SupplyChainOps</a:t>
            </a:r>
          </a:p>
          <a:p>
            <a:r>
              <a:t>• ManufacturingDemand</a:t>
            </a:r>
          </a:p>
          <a:p>
            <a:r>
              <a:t>• RiskIntelligence</a:t>
            </a:r>
          </a:p>
        </p:txBody>
      </p:sp>
      <p:sp>
        <p:nvSpPr>
          <p:cNvPr id="5" name="Content Placeholder 4"/>
          <p:cNvSpPr>
            <a:spLocks noGrp="1"/>
          </p:cNvSpPr>
          <p:nvPr>
            <p:ph idx="20" sz="quarter"/>
          </p:nvPr>
        </p:nvSpPr>
        <p:spPr/>
        <p:txBody>
          <a:bodyPr/>
          <a:lstStyle/>
          <a:p>
            <a:r>
              <a:t>Cortex Search (4)</a:t>
            </a:r>
          </a:p>
          <a:p/>
          <a:p>
            <a:r>
              <a:t>• Operational Notes</a:t>
            </a:r>
          </a:p>
          <a:p>
            <a:r>
              <a:t>• Supplier Events</a:t>
            </a:r>
          </a:p>
          <a:p>
            <a:r>
              <a:t>• Risk Profiles</a:t>
            </a:r>
          </a:p>
          <a:p>
            <a:r>
              <a:t>• External Signals</a:t>
            </a:r>
          </a:p>
        </p:txBody>
      </p:sp>
      <p:sp>
        <p:nvSpPr>
          <p:cNvPr id="6" name="Content Placeholder 5"/>
          <p:cNvSpPr>
            <a:spLocks noGrp="1"/>
          </p:cNvSpPr>
          <p:nvPr>
            <p:ph idx="21" sz="quarter"/>
          </p:nvPr>
        </p:nvSpPr>
        <p:spPr/>
        <p:txBody>
          <a:bodyPr/>
          <a:lstStyle/>
          <a:p>
            <a:r>
              <a:t>UDF Functions (4)</a:t>
            </a:r>
          </a:p>
          <a:p/>
          <a:p>
            <a:r>
              <a:t>• Stockout Predictor</a:t>
            </a:r>
          </a:p>
          <a:p>
            <a:r>
              <a:t>• Demand Forecast</a:t>
            </a:r>
          </a:p>
          <a:p>
            <a:r>
              <a:t>• Material Risk</a:t>
            </a:r>
          </a:p>
          <a:p>
            <a:r>
              <a:t>• Supply Chain KPIs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Flow — The Arc</a:t>
            </a:r>
          </a:p>
        </p:txBody>
      </p:sp>
      <p:sp>
        <p:nvSpPr>
          <p:cNvPr id="3" name="Subtitle 2"/>
          <p:cNvSpPr>
            <a:spLocks noGrp="1"/>
          </p:cNvSpPr>
          <p:nvPr>
            <p:ph type="subTitle" idx="1"/>
          </p:nvPr>
        </p:nvSpPr>
        <p:spPr/>
        <p:txBody>
          <a:bodyPr/>
          <a:lstStyle/>
          <a:p/>
        </p:txBody>
      </p:sp>
      <p:sp>
        <p:nvSpPr>
          <p:cNvPr id="4" name="Content Placeholder 3"/>
          <p:cNvSpPr>
            <a:spLocks noGrp="1"/>
          </p:cNvSpPr>
          <p:nvPr>
            <p:ph idx="20" sz="quarter"/>
          </p:nvPr>
        </p:nvSpPr>
        <p:spPr/>
        <p:txBody>
          <a:bodyPr/>
          <a:lstStyle/>
          <a:p>
            <a:r>
              <a:t>ACT 1</a:t>
            </a:r>
          </a:p>
          <a:p/>
          <a:p>
            <a:r>
              <a:t>Oracle says</a:t>
            </a:r>
          </a:p>
          <a:p>
            <a:r>
              <a:t>"no risk"</a:t>
            </a:r>
          </a:p>
        </p:txBody>
      </p:sp>
      <p:sp>
        <p:nvSpPr>
          <p:cNvPr id="5" name="Content Placeholder 4"/>
          <p:cNvSpPr>
            <a:spLocks noGrp="1"/>
          </p:cNvSpPr>
          <p:nvPr>
            <p:ph idx="21" sz="quarter"/>
          </p:nvPr>
        </p:nvSpPr>
        <p:spPr/>
        <p:txBody>
          <a:bodyPr/>
          <a:lstStyle/>
          <a:p>
            <a:r>
              <a:t>ACT 2</a:t>
            </a:r>
          </a:p>
          <a:p/>
          <a:p>
            <a:r>
              <a:t>+ Manufacturing</a:t>
            </a:r>
          </a:p>
          <a:p>
            <a:r>
              <a:t>context</a:t>
            </a:r>
          </a:p>
        </p:txBody>
      </p:sp>
      <p:sp>
        <p:nvSpPr>
          <p:cNvPr id="6" name="Content Placeholder 5"/>
          <p:cNvSpPr>
            <a:spLocks noGrp="1"/>
          </p:cNvSpPr>
          <p:nvPr>
            <p:ph idx="22" sz="quarter"/>
          </p:nvPr>
        </p:nvSpPr>
        <p:spPr/>
        <p:txBody>
          <a:bodyPr/>
          <a:lstStyle/>
          <a:p>
            <a:r>
              <a:t>ACT 3</a:t>
            </a:r>
          </a:p>
          <a:p/>
          <a:p>
            <a:r>
              <a:t>+ External</a:t>
            </a:r>
          </a:p>
          <a:p>
            <a:r>
              <a:t>surfaces risk</a:t>
            </a:r>
          </a:p>
        </p:txBody>
      </p:sp>
      <p:sp>
        <p:nvSpPr>
          <p:cNvPr id="7" name="Content Placeholder 6"/>
          <p:cNvSpPr>
            <a:spLocks noGrp="1"/>
          </p:cNvSpPr>
          <p:nvPr>
            <p:ph idx="23" sz="quarter"/>
          </p:nvPr>
        </p:nvSpPr>
        <p:spPr/>
        <p:txBody>
          <a:bodyPr/>
          <a:lstStyle/>
          <a:p>
            <a:r>
              <a:t>ACT 4</a:t>
            </a:r>
          </a:p>
          <a:p/>
          <a:p>
            <a:r>
              <a:t>Recommend</a:t>
            </a:r>
          </a:p>
          <a:p>
            <a:r>
              <a:t>action</a:t>
            </a:r>
          </a:p>
        </p:txBody>
      </p:sp>
      <p:sp>
        <p:nvSpPr>
          <p:cNvPr id="8" name="TextBox 7"/>
          <p:cNvSpPr txBox="1"/>
          <p:nvPr/>
        </p:nvSpPr>
        <p:spPr>
          <a:xfrm>
            <a:off x="731520" y="4572000"/>
            <a:ext cx="10058400" cy="1371600"/>
          </a:xfrm>
          <a:prstGeom prst="rect">
            <a:avLst/>
          </a:prstGeom>
          <a:noFill/>
        </p:spPr>
        <p:txBody>
          <a:bodyPr wrap="square">
            <a:spAutoFit/>
          </a:bodyPr>
          <a:lstStyle/>
          <a:p>
            <a:pPr algn="l">
              <a:defRPr sz="1400" b="0">
                <a:solidFill>
                  <a:srgbClr val="333333"/>
                </a:solidFill>
              </a:defRPr>
            </a:pPr>
            <a:r>
              <a:t>Oracle says no risk → add mfg + external → risk surfaced in MW → cross-site action → operate the business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Notes &amp; Director Cues</a:t>
            </a:r>
          </a:p>
        </p:txBody>
      </p:sp>
      <p:sp>
        <p:nvSpPr>
          <p:cNvPr id="3" name="Subtitle 2"/>
          <p:cNvSpPr>
            <a:spLocks noGrp="1"/>
          </p:cNvSpPr>
          <p:nvPr>
            <p:ph type="subTitle" idx="1"/>
          </p:nvPr>
        </p:nvSpPr>
        <p:spPr/>
        <p:txBody>
          <a:bodyPr/>
          <a:lstStyle/>
          <a:p/>
        </p:txBody>
      </p:sp>
      <p:sp>
        <p:nvSpPr>
          <p:cNvPr id="4" name="TextBox 3"/>
          <p:cNvSpPr txBox="1"/>
          <p:nvPr/>
        </p:nvSpPr>
        <p:spPr>
          <a:xfrm>
            <a:off x="731520" y="1645920"/>
            <a:ext cx="10058400" cy="4572000"/>
          </a:xfrm>
          <a:prstGeom prst="rect">
            <a:avLst/>
          </a:prstGeom>
          <a:noFill/>
        </p:spPr>
        <p:txBody>
          <a:bodyPr wrap="square">
            <a:spAutoFit/>
          </a:bodyPr>
          <a:lstStyle/>
          <a:p>
            <a:pPr algn="l">
              <a:defRPr sz="1400" b="0">
                <a:solidFill>
                  <a:srgbClr val="333333"/>
                </a:solidFill>
              </a:defRPr>
            </a:pPr>
            <a:r>
              <a:t>• Persona: VP Global Supply Chain / Manufacturing</a:t>
            </a:r>
            <a:br/>
            <a:br/>
            <a:r>
              <a:t>• Open/Close: Core message (Slide 2)</a:t>
            </a:r>
            <a:br/>
            <a:br/>
            <a:r>
              <a:t>• Protect Oracle: "Data boundary, not failure"</a:t>
            </a:r>
            <a:br/>
            <a:br/>
            <a:r>
              <a:t>• Flag Synthetic: "External = simulated Marketplace"</a:t>
            </a:r>
            <a:br/>
            <a:br/>
            <a:r>
              <a:t>• Quantify: MW and $ always</a:t>
            </a:r>
            <a:br/>
            <a:br/>
            <a:r>
              <a:t>• Close: "You choose the model, control cost, human in loop"</a:t>
            </a:r>
            <a:br/>
            <a:br/>
            <a:r>
              <a:t>• Plants real (AL, OH, LA), data simulated</a:t>
            </a:r>
            <a:br/>
            <a:br/>
            <a:r>
              <a:t>• 10-K: glass + tellurium = public risk factors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Details</a:t>
            </a:r>
          </a:p>
        </p:txBody>
      </p:sp>
      <p:sp>
        <p:nvSpPr>
          <p:cNvPr id="3" name="Subtitle 2"/>
          <p:cNvSpPr>
            <a:spLocks noGrp="1"/>
          </p:cNvSpPr>
          <p:nvPr>
            <p:ph type="subTitle" idx="1"/>
          </p:nvPr>
        </p:nvSpPr>
        <p:spPr/>
        <p:txBody>
          <a:bodyPr/>
          <a:lstStyle/>
          <a:p/>
        </p:txBody>
      </p:sp>
      <p:sp>
        <p:nvSpPr>
          <p:cNvPr id="4" name="TextBox 3"/>
          <p:cNvSpPr txBox="1"/>
          <p:nvPr/>
        </p:nvSpPr>
        <p:spPr>
          <a:xfrm>
            <a:off x="731520" y="1645920"/>
            <a:ext cx="10058400" cy="4572000"/>
          </a:xfrm>
          <a:prstGeom prst="rect">
            <a:avLst/>
          </a:prstGeom>
          <a:noFill/>
        </p:spPr>
        <p:txBody>
          <a:bodyPr wrap="square">
            <a:spAutoFit/>
          </a:bodyPr>
          <a:lstStyle/>
          <a:p>
            <a:pPr algn="l">
              <a:defRPr sz="1400" b="0">
                <a:solidFill>
                  <a:srgbClr val="333333"/>
                </a:solidFill>
              </a:defRPr>
            </a:pPr>
            <a:r>
              <a:t>Account: AWS161  |  DB: FS_INTELLIGENCE  |  WH: FIRST_SOLAR_WH</a:t>
            </a:r>
            <a:br/>
            <a:br/>
            <a:r>
              <a:t>Agent: FIRST_SOLAR_AGENT (11 tools, 15 sample questions, 60s/32K)</a:t>
            </a:r>
            <a:br/>
            <a:br/>
            <a:r>
              <a:t>Semantic Views:</a:t>
            </a:r>
            <a:br/>
            <a:r>
              <a:t>  SUPPLY_CHAIN_OPERATIONS_SV (8 tables)</a:t>
            </a:r>
            <a:br/>
            <a:r>
              <a:t>  MANUFACTURING_DEMAND_SV (6 tables)</a:t>
            </a:r>
            <a:br/>
            <a:r>
              <a:t>  RISK_INTELLIGENCE_SV (8 tables + external signals)</a:t>
            </a:r>
            <a:br/>
            <a:br/>
            <a:r>
              <a:t>Key Data: AL glass 18d | OH 45d | ABC Glass 97% OTD</a:t>
            </a:r>
            <a:br/>
            <a:r>
              <a:t>External: -19% export vol, +71% dwell, 4.5% delay rate</a:t>
            </a:r>
            <a:br/>
            <a:br/>
            <a:r>
              <a:t>GitHub: github.com/sfc-gh-sdickson/First-Solar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 You</a:t>
            </a:r>
          </a:p>
        </p:txBody>
      </p:sp>
    </p:spTree>
  </p:cSld>
  <p:clrMapOvr>
    <a:masterClrMapping/>
  </p:clrMapOvr>
</p:sld>
</file>

<file path=ppt/theme/theme1.xml><?xml version="1.0" encoding="utf-8"?>
<a:theme xmlns:a="http://schemas.openxmlformats.org/drawingml/2006/main" name="Snowflake 2026">
  <a:themeElements>
    <a:clrScheme name="Snowflake Corp Colors">
      <a:dk1>
        <a:srgbClr val="252525"/>
      </a:dk1>
      <a:lt1>
        <a:srgbClr val="FFFFFF"/>
      </a:lt1>
      <a:dk2>
        <a:srgbClr val="11567F"/>
      </a:dk2>
      <a:lt2>
        <a:srgbClr val="FFFFFF"/>
      </a:lt2>
      <a:accent1>
        <a:srgbClr val="28B5E8"/>
      </a:accent1>
      <a:accent2>
        <a:srgbClr val="11567F"/>
      </a:accent2>
      <a:accent3>
        <a:srgbClr val="71D3DC"/>
      </a:accent3>
      <a:accent4>
        <a:srgbClr val="FF9F36"/>
      </a:accent4>
      <a:accent5>
        <a:srgbClr val="7D44CF"/>
      </a:accent5>
      <a:accent6>
        <a:srgbClr val="D35B90"/>
      </a:accent6>
      <a:hlink>
        <a:srgbClr val="28B5E8"/>
      </a:hlink>
      <a:folHlink>
        <a:srgbClr val="BFBFB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6350">
          <a:solidFill>
            <a:schemeClr val="accent2"/>
          </a:solidFill>
        </a:ln>
      </a:spPr>
      <a:bodyPr rtlCol="0" anchor="ctr"/>
      <a:lstStyle>
        <a:defPPr algn="ctr">
          <a:defRPr dirty="0" err="1" smtClean="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Snowflake_Template_2026.01" id="{F30E8874-5BED-2644-90E8-C4B5B372DA3A}" vid="{3112C049-AA07-4F4E-BA8C-B87029F24F6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TotalTime>
  <Words>5763</Words>
  <Application>Microsoft Macintosh PowerPoint</Application>
  <PresentationFormat>On-screen Show (16:9)</PresentationFormat>
  <Paragraphs>1028</Paragraphs>
  <Slides>82</Slides>
  <Notes>75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82</vt:i4>
      </vt:variant>
    </vt:vector>
  </HeadingPairs>
  <TitlesOfParts>
    <vt:vector size="95" baseType="lpstr">
      <vt:lpstr>Amatic SC</vt:lpstr>
      <vt:lpstr>Arial</vt:lpstr>
      <vt:lpstr>Arial Black</vt:lpstr>
      <vt:lpstr>Calibri</vt:lpstr>
      <vt:lpstr>EB Garamond SemiBold</vt:lpstr>
      <vt:lpstr>Gothic A1</vt:lpstr>
      <vt:lpstr>Impact</vt:lpstr>
      <vt:lpstr>Lato</vt:lpstr>
      <vt:lpstr>Lobster</vt:lpstr>
      <vt:lpstr>Roboto</vt:lpstr>
      <vt:lpstr>Roboto Light</vt:lpstr>
      <vt:lpstr>Trebuchet MS</vt:lpstr>
      <vt:lpstr>Snowflake 2026</vt:lpstr>
      <vt:lpstr>Snowflake  Template 2026</vt:lpstr>
      <vt:lpstr>Template Contents</vt:lpstr>
      <vt:lpstr>Safe Harbor and Disclaimers</vt:lpstr>
      <vt:lpstr>Template INSTRUCTIONS</vt:lpstr>
      <vt:lpstr>Install the Template and Set Default Theme</vt:lpstr>
      <vt:lpstr>Applying the New Template to Existing Decks</vt:lpstr>
      <vt:lpstr>Importing Content  From Google Slides</vt:lpstr>
      <vt:lpstr>LAYOUT, DESIGN, Do’s &amp; Don’ts </vt:lpstr>
      <vt:lpstr>Brand Colors</vt:lpstr>
      <vt:lpstr>Template Typography</vt:lpstr>
      <vt:lpstr>Do’s and Don’ts:  Typography  for Cover and Chapter Titles</vt:lpstr>
      <vt:lpstr>Dos and Don’ts:  Typography and Readability</vt:lpstr>
      <vt:lpstr>Dos and Don’ts:  Readability cont.</vt:lpstr>
      <vt:lpstr>Dos and Don’ts:  Contrast and Accessibility</vt:lpstr>
      <vt:lpstr>Do’s</vt:lpstr>
      <vt:lpstr>Don’ts</vt:lpstr>
      <vt:lpstr>Page Guides</vt:lpstr>
      <vt:lpstr>Sample Slides</vt:lpstr>
      <vt:lpstr>TITLE IN ARIAL Bold, 44pt ALL CAPS</vt:lpstr>
      <vt:lpstr>TITLE IN ARIAL Bold, 44pt ALL CAPS</vt:lpstr>
      <vt:lpstr>COVER SLIDE  WITH CUSTOMER LOGO, All caps</vt:lpstr>
      <vt:lpstr>CH. 1 TITLE, ALL CAPS OPTION 1</vt:lpstr>
      <vt:lpstr>CH. 2 TITLE, ALL CAPS OPTION 2</vt:lpstr>
      <vt:lpstr>CH. 3 TITLE, ALL CAPS OPTION 3</vt:lpstr>
      <vt:lpstr>CH. 4 TITLE, ALL CAPS OPTION 4</vt:lpstr>
      <vt:lpstr>CH. 5 TITLE, ALL CAPS OPTION 5</vt:lpstr>
      <vt:lpstr>Multi-use Slide</vt:lpstr>
      <vt:lpstr>Multi-use Slide</vt:lpstr>
      <vt:lpstr>Multi-use Slide</vt:lpstr>
      <vt:lpstr>Multi-use Slide to Be Used When Your Title is Long and Falls on Two Lines</vt:lpstr>
      <vt:lpstr>Multi-use Slide w/ Dotted Lines Wave 1</vt:lpstr>
      <vt:lpstr>Multi-use Slide</vt:lpstr>
      <vt:lpstr>Multi-use Slide w/ Dotted Lines Wave 2</vt:lpstr>
      <vt:lpstr>Multi-use Slide w/ Dotted Arrows</vt:lpstr>
      <vt:lpstr>One Column Layout with White Background</vt:lpstr>
      <vt:lpstr>One Column Layout with White Background</vt:lpstr>
      <vt:lpstr>Two Column Layout</vt:lpstr>
      <vt:lpstr>Two Column Layout w/ Paragraph Titles</vt:lpstr>
      <vt:lpstr>Three Column Layout</vt:lpstr>
      <vt:lpstr>Three Column Layout</vt:lpstr>
      <vt:lpstr>Three Column Layout w/ Paragraph Titles</vt:lpstr>
      <vt:lpstr>Three Column Layout w/ Icons</vt:lpstr>
      <vt:lpstr>Four Column Layout w/ Big Numbers</vt:lpstr>
      <vt:lpstr>Four Column Layout w/ Icons</vt:lpstr>
      <vt:lpstr>Split Slide</vt:lpstr>
      <vt:lpstr>The wisdom of the wise, and the experience of ages, may be preserved by quotation.</vt:lpstr>
      <vt:lpstr>Quotation lorem ipsum dolor sit amet, elit consectetur adipiscing.</vt:lpstr>
      <vt:lpstr>The wisdom of the wise, and the experience of ages, may be preserved by quotation.</vt:lpstr>
      <vt:lpstr>Agenda</vt:lpstr>
      <vt:lpstr>Agenda</vt:lpstr>
      <vt:lpstr>Speaker Headshots</vt:lpstr>
      <vt:lpstr>World Map</vt:lpstr>
      <vt:lpstr>CHARTS  and TABLES</vt:lpstr>
      <vt:lpstr>Pie Charts (Manual)</vt:lpstr>
      <vt:lpstr>Pie Charts (Manual)</vt:lpstr>
      <vt:lpstr>Pie Charts– Grayscale (Manual)</vt:lpstr>
      <vt:lpstr>Pie Charts (Excel)</vt:lpstr>
      <vt:lpstr>Pie Charts (Excel)</vt:lpstr>
      <vt:lpstr>Pie Charts– Grayscale (Excel)</vt:lpstr>
      <vt:lpstr>Column  Chart (Manual)</vt:lpstr>
      <vt:lpstr>Column  Chart–Gray (Manual)</vt:lpstr>
      <vt:lpstr>Column  Chart (Excel)</vt:lpstr>
      <vt:lpstr>Column  Chart (Manual)</vt:lpstr>
      <vt:lpstr>Column  Chart (Excel)</vt:lpstr>
      <vt:lpstr>Table Example 1</vt:lpstr>
      <vt:lpstr>Table Example 2</vt:lpstr>
      <vt:lpstr>PLATFORM GRAPHICS</vt:lpstr>
      <vt:lpstr>Snowflake AI Data Cloud</vt:lpstr>
      <vt:lpstr>Snowflake  Platform  Architecture</vt:lpstr>
      <vt:lpstr>LOGOS And ICONS</vt:lpstr>
      <vt:lpstr>Snowflake Logo &amp; Bug</vt:lpstr>
      <vt:lpstr>Icons:  How-To</vt:lpstr>
      <vt:lpstr>Icons:  New and Notable</vt:lpstr>
      <vt:lpstr>PowerPoint Presentation</vt:lpstr>
      <vt:lpstr>Icons:  Industries</vt:lpstr>
      <vt:lpstr>Icons:  General</vt:lpstr>
      <vt:lpstr>Icons:  General</vt:lpstr>
      <vt:lpstr>Icons:  General</vt:lpstr>
      <vt:lpstr>Icons:  General</vt:lpstr>
      <vt:lpstr>Icons:  Reference Architecture</vt:lpstr>
      <vt:lpstr>Icons:  Reference Architecture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Alison Maloney</dc:creator>
  <cp:lastModifiedBy>Alison Maloney</cp:lastModifiedBy>
  <cp:revision>4</cp:revision>
  <dcterms:created xsi:type="dcterms:W3CDTF">2026-03-05T23:35:45Z</dcterms:created>
  <dcterms:modified xsi:type="dcterms:W3CDTF">2026-03-06T00:27:35Z</dcterms:modified>
</cp:coreProperties>
</file>