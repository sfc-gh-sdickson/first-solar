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Lst>
  <p:notesMasterIdLst>
    <p:notesMasterId r:id="rId84"/>
  </p:notesMasterIdLst>
  <p:handoutMasterIdLst>
    <p:handoutMasterId r:id="rId85"/>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09169EB-3C6E-CA43-9238-636C0122F5D4}">
          <p14:sldIdLst>
            <p14:sldId id="258"/>
            <p14:sldId id="261"/>
            <p14:sldId id="381"/>
            <p14:sldId id="262"/>
            <p14:sldId id="363"/>
            <p14:sldId id="366"/>
            <p14:sldId id="325"/>
            <p14:sldId id="364"/>
            <p14:sldId id="265"/>
            <p14:sldId id="367"/>
            <p14:sldId id="369"/>
            <p14:sldId id="346"/>
            <p14:sldId id="345"/>
            <p14:sldId id="343"/>
            <p14:sldId id="370"/>
            <p14:sldId id="371"/>
            <p14:sldId id="270"/>
            <p14:sldId id="374"/>
            <p14:sldId id="319"/>
            <p14:sldId id="356"/>
            <p14:sldId id="320"/>
            <p14:sldId id="271"/>
            <p14:sldId id="272"/>
            <p14:sldId id="273"/>
            <p14:sldId id="274"/>
            <p14:sldId id="275"/>
            <p14:sldId id="347"/>
            <p14:sldId id="338"/>
            <p14:sldId id="348"/>
            <p14:sldId id="278"/>
            <p14:sldId id="279"/>
            <p14:sldId id="349"/>
            <p14:sldId id="280"/>
            <p14:sldId id="281"/>
            <p14:sldId id="282"/>
            <p14:sldId id="339"/>
            <p14:sldId id="283"/>
            <p14:sldId id="284"/>
            <p14:sldId id="285"/>
            <p14:sldId id="340"/>
            <p14:sldId id="286"/>
            <p14:sldId id="287"/>
            <p14:sldId id="288"/>
            <p14:sldId id="290"/>
            <p14:sldId id="291"/>
            <p14:sldId id="322"/>
            <p14:sldId id="293"/>
            <p14:sldId id="292"/>
            <p14:sldId id="295"/>
            <p14:sldId id="296"/>
            <p14:sldId id="297"/>
            <p14:sldId id="298"/>
            <p14:sldId id="299"/>
            <p14:sldId id="329"/>
            <p14:sldId id="330"/>
            <p14:sldId id="331"/>
            <p14:sldId id="300"/>
            <p14:sldId id="301"/>
            <p14:sldId id="324"/>
            <p14:sldId id="332"/>
            <p14:sldId id="333"/>
            <p14:sldId id="303"/>
            <p14:sldId id="334"/>
            <p14:sldId id="335"/>
            <p14:sldId id="306"/>
            <p14:sldId id="307"/>
            <p14:sldId id="308"/>
            <p14:sldId id="382"/>
            <p14:sldId id="383"/>
            <p14:sldId id="313"/>
            <p14:sldId id="314"/>
            <p14:sldId id="256"/>
            <p14:sldId id="384"/>
            <p14:sldId id="385"/>
            <p14:sldId id="321"/>
            <p14:sldId id="386"/>
            <p14:sldId id="323"/>
            <p14:sldId id="387"/>
            <p14:sldId id="388"/>
            <p14:sldId id="326"/>
            <p14:sldId id="327"/>
            <p14:sldId id="318"/>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B3C8F12-46FC-B444-2C95-6D720768D635}" name="Danielle Isbell" initials="DI" userId="S::Danielle.Isbell@thespurgroup.com::c16ab0bc-5999-493a-8c85-3812602ec24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FF59"/>
    <a:srgbClr val="CCCCCC"/>
    <a:srgbClr val="5B5B5B"/>
    <a:srgbClr val="A20000"/>
    <a:srgbClr val="000000"/>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03"/>
    <p:restoredTop sz="96327"/>
  </p:normalViewPr>
  <p:slideViewPr>
    <p:cSldViewPr snapToGrid="0" showGuides="1">
      <p:cViewPr varScale="1">
        <p:scale>
          <a:sx n="243" d="100"/>
          <a:sy n="243" d="100"/>
        </p:scale>
        <p:origin x="200" y="408"/>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145" d="100"/>
          <a:sy n="145" d="100"/>
        </p:scale>
        <p:origin x="4256" y="1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84" Type="http://schemas.openxmlformats.org/officeDocument/2006/relationships/notesMaster" Target="notesMasters/notesMaster1.xml"/><Relationship Id="rId85" Type="http://schemas.openxmlformats.org/officeDocument/2006/relationships/handoutMaster" Target="handoutMasters/handout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 Id="rId9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1D184FA-F1C6-FFCB-50F0-BE6055745C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solidFill>
                <a:srgbClr val="5B5B5B"/>
              </a:solidFill>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662C5E48-6EEC-DB7B-BF1B-63584DCAF48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B21F2C-8EB7-6843-AB6A-38492114D97B}" type="datetimeFigureOut">
              <a:rPr lang="en-US" smtClean="0">
                <a:solidFill>
                  <a:srgbClr val="5B5B5B"/>
                </a:solidFill>
                <a:latin typeface="Arial" panose="020B0604020202020204" pitchFamily="34" charset="0"/>
                <a:cs typeface="Arial" panose="020B0604020202020204" pitchFamily="34" charset="0"/>
              </a:rPr>
              <a:t>3/5/26</a:t>
            </a:fld>
            <a:endParaRPr lang="en-US">
              <a:solidFill>
                <a:srgbClr val="5B5B5B"/>
              </a:solidFill>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423343E5-C5DE-6AB7-D3BD-31571696260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solidFill>
                <a:srgbClr val="5B5B5B"/>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3C3582E-C0F8-3E5E-7CC6-37286DE16B5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A641D1-C504-3A41-845A-784561FC12EE}" type="slidenum">
              <a:rPr lang="en-US" smtClean="0">
                <a:solidFill>
                  <a:srgbClr val="5B5B5B"/>
                </a:solidFill>
                <a:latin typeface="Arial" panose="020B0604020202020204" pitchFamily="34" charset="0"/>
                <a:cs typeface="Arial" panose="020B0604020202020204" pitchFamily="34" charset="0"/>
              </a:rPr>
              <a:t>‹#›</a:t>
            </a:fld>
            <a:endParaRPr lang="en-US">
              <a:solidFill>
                <a:srgbClr val="5B5B5B"/>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2817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solidFill>
                  <a:srgbClr val="5B5B5B"/>
                </a:solidFill>
                <a:latin typeface="Arial" panose="020B0604020202020204" pitchFamily="34" charset="0"/>
                <a:cs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solidFill>
                  <a:srgbClr val="5B5B5B"/>
                </a:solidFill>
                <a:latin typeface="Arial" panose="020B0604020202020204" pitchFamily="34" charset="0"/>
                <a:cs typeface="Arial" panose="020B0604020202020204" pitchFamily="34" charset="0"/>
              </a:defRPr>
            </a:lvl1pPr>
          </a:lstStyle>
          <a:p>
            <a:fld id="{43A8858A-AC4A-2245-B318-A5DE4B98D96B}" type="datetimeFigureOut">
              <a:rPr lang="en-US" smtClean="0"/>
              <a:pPr/>
              <a:t>3/5/26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solidFill>
                  <a:srgbClr val="5B5B5B"/>
                </a:solidFill>
                <a:latin typeface="Arial" panose="020B0604020202020204" pitchFamily="34" charset="0"/>
                <a:cs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solidFill>
                  <a:srgbClr val="5B5B5B"/>
                </a:solidFill>
                <a:latin typeface="Arial" panose="020B0604020202020204" pitchFamily="34" charset="0"/>
                <a:cs typeface="Arial" panose="020B0604020202020204" pitchFamily="34" charset="0"/>
              </a:defRPr>
            </a:lvl1pPr>
          </a:lstStyle>
          <a:p>
            <a:fld id="{15CA9337-E495-1C47-A3C3-964D675D1410}" type="slidenum">
              <a:rPr lang="en-US" smtClean="0"/>
              <a:pPr/>
              <a:t>‹#›</a:t>
            </a:fld>
            <a:endParaRPr lang="en-US"/>
          </a:p>
        </p:txBody>
      </p:sp>
    </p:spTree>
    <p:extLst>
      <p:ext uri="{BB962C8B-B14F-4D97-AF65-F5344CB8AC3E}">
        <p14:creationId xmlns:p14="http://schemas.microsoft.com/office/powerpoint/2010/main" val="2070293063"/>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Arial" panose="020B0604020202020204" pitchFamily="34" charset="0"/>
        <a:ea typeface="+mn-ea"/>
        <a:cs typeface="Arial" panose="020B0604020202020204" pitchFamily="34" charset="0"/>
      </a:defRPr>
    </a:lvl1pPr>
    <a:lvl2pPr marL="342900" algn="l" defTabSz="685800" rtl="0" eaLnBrk="1" latinLnBrk="0" hangingPunct="1">
      <a:defRPr sz="900" kern="1200">
        <a:solidFill>
          <a:schemeClr val="tx1"/>
        </a:solidFill>
        <a:latin typeface="Arial" panose="020B0604020202020204" pitchFamily="34" charset="0"/>
        <a:ea typeface="+mn-ea"/>
        <a:cs typeface="Arial" panose="020B0604020202020204" pitchFamily="34" charset="0"/>
      </a:defRPr>
    </a:lvl2pPr>
    <a:lvl3pPr marL="685800" algn="l" defTabSz="685800" rtl="0" eaLnBrk="1" latinLnBrk="0" hangingPunct="1">
      <a:defRPr sz="900" kern="1200">
        <a:solidFill>
          <a:schemeClr val="tx1"/>
        </a:solidFill>
        <a:latin typeface="Arial" panose="020B0604020202020204" pitchFamily="34" charset="0"/>
        <a:ea typeface="+mn-ea"/>
        <a:cs typeface="Arial" panose="020B0604020202020204" pitchFamily="34" charset="0"/>
      </a:defRPr>
    </a:lvl3pPr>
    <a:lvl4pPr marL="1028700" algn="l" defTabSz="685800" rtl="0" eaLnBrk="1" latinLnBrk="0" hangingPunct="1">
      <a:defRPr sz="900" kern="1200">
        <a:solidFill>
          <a:schemeClr val="tx1"/>
        </a:solidFill>
        <a:latin typeface="Arial" panose="020B0604020202020204" pitchFamily="34" charset="0"/>
        <a:ea typeface="+mn-ea"/>
        <a:cs typeface="Arial" panose="020B0604020202020204" pitchFamily="34" charset="0"/>
      </a:defRPr>
    </a:lvl4pPr>
    <a:lvl5pPr marL="1371600" algn="l" defTabSz="685800" rtl="0" eaLnBrk="1" latinLnBrk="0" hangingPunct="1">
      <a:defRPr sz="900" kern="1200">
        <a:solidFill>
          <a:schemeClr val="tx1"/>
        </a:solidFill>
        <a:latin typeface="Arial" panose="020B0604020202020204" pitchFamily="34" charset="0"/>
        <a:ea typeface="+mn-ea"/>
        <a:cs typeface="Arial" panose="020B0604020202020204" pitchFamily="34" charset="0"/>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Multi-use layout">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FB499FC0-591F-7C46-DAD8-8F4DF6DE6F5C}"/>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3" name="Google Shape;150;p23">
            <a:extLst>
              <a:ext uri="{FF2B5EF4-FFF2-40B4-BE49-F238E27FC236}">
                <a16:creationId xmlns:a16="http://schemas.microsoft.com/office/drawing/2014/main" id="{3188B7A7-1671-4C59-623A-2DD6B50D4881}"/>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1">
            <a:extLst>
              <a:ext uri="{FF2B5EF4-FFF2-40B4-BE49-F238E27FC236}">
                <a16:creationId xmlns:a16="http://schemas.microsoft.com/office/drawing/2014/main" id="{7EDE6888-D6B4-610E-2B13-799002D38C67}"/>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4" name="Google Shape;58;p14">
            <a:extLst>
              <a:ext uri="{FF2B5EF4-FFF2-40B4-BE49-F238E27FC236}">
                <a16:creationId xmlns:a16="http://schemas.microsoft.com/office/drawing/2014/main" id="{4823B32A-3BF7-C75E-0DCF-6A3FF8EE8037}"/>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2" name="Google Shape;56;p14">
            <a:extLst>
              <a:ext uri="{FF2B5EF4-FFF2-40B4-BE49-F238E27FC236}">
                <a16:creationId xmlns:a16="http://schemas.microsoft.com/office/drawing/2014/main" id="{E3F5922E-5EC9-4CE3-EC7E-A71DF3834810}"/>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5" name="Google Shape;60;p14">
            <a:extLst>
              <a:ext uri="{FF2B5EF4-FFF2-40B4-BE49-F238E27FC236}">
                <a16:creationId xmlns:a16="http://schemas.microsoft.com/office/drawing/2014/main" id="{D33A642D-A717-E46A-AA6A-79F87554D29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6" name="TextBox 5">
            <a:extLst>
              <a:ext uri="{FF2B5EF4-FFF2-40B4-BE49-F238E27FC236}">
                <a16:creationId xmlns:a16="http://schemas.microsoft.com/office/drawing/2014/main" id="{87027EF7-D196-EAB2-FA5D-F56323D430A1}"/>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7" name="Google Shape;150;p23">
            <a:extLst>
              <a:ext uri="{FF2B5EF4-FFF2-40B4-BE49-F238E27FC236}">
                <a16:creationId xmlns:a16="http://schemas.microsoft.com/office/drawing/2014/main" id="{010670EB-6CE3-204C-ABF2-7FDCE3E71482}"/>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6;p14">
            <a:extLst>
              <a:ext uri="{FF2B5EF4-FFF2-40B4-BE49-F238E27FC236}">
                <a16:creationId xmlns:a16="http://schemas.microsoft.com/office/drawing/2014/main" id="{42FA5ED4-8536-5BE5-E104-B9288CEE0597}"/>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2" name="Google Shape;60;p14">
            <a:extLst>
              <a:ext uri="{FF2B5EF4-FFF2-40B4-BE49-F238E27FC236}">
                <a16:creationId xmlns:a16="http://schemas.microsoft.com/office/drawing/2014/main" id="{7BE32EB1-7F24-2A7F-173D-C07FB586EA9B}"/>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4" name="TextBox 13">
            <a:extLst>
              <a:ext uri="{FF2B5EF4-FFF2-40B4-BE49-F238E27FC236}">
                <a16:creationId xmlns:a16="http://schemas.microsoft.com/office/drawing/2014/main" id="{15F45E33-C2E9-C3EB-1D46-3C31233A1C70}"/>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5" name="Google Shape;150;p23">
            <a:extLst>
              <a:ext uri="{FF2B5EF4-FFF2-40B4-BE49-F238E27FC236}">
                <a16:creationId xmlns:a16="http://schemas.microsoft.com/office/drawing/2014/main" id="{A5B1B2AE-F459-96D8-1E38-9AF67D587FF1}"/>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9553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ulti-use layout_image">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FB499FC0-591F-7C46-DAD8-8F4DF6DE6F5C}"/>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3" name="Google Shape;150;p23">
            <a:extLst>
              <a:ext uri="{FF2B5EF4-FFF2-40B4-BE49-F238E27FC236}">
                <a16:creationId xmlns:a16="http://schemas.microsoft.com/office/drawing/2014/main" id="{3188B7A7-1671-4C59-623A-2DD6B50D4881}"/>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1">
            <a:extLst>
              <a:ext uri="{FF2B5EF4-FFF2-40B4-BE49-F238E27FC236}">
                <a16:creationId xmlns:a16="http://schemas.microsoft.com/office/drawing/2014/main" id="{7EDE6888-D6B4-610E-2B13-799002D38C67}"/>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4" name="Google Shape;58;p14">
            <a:extLst>
              <a:ext uri="{FF2B5EF4-FFF2-40B4-BE49-F238E27FC236}">
                <a16:creationId xmlns:a16="http://schemas.microsoft.com/office/drawing/2014/main" id="{4823B32A-3BF7-C75E-0DCF-6A3FF8EE8037}"/>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2" name="Content Placeholder 6">
            <a:extLst>
              <a:ext uri="{FF2B5EF4-FFF2-40B4-BE49-F238E27FC236}">
                <a16:creationId xmlns:a16="http://schemas.microsoft.com/office/drawing/2014/main" id="{4FC98C78-81FF-8FBC-19F3-BD5D5CF69785}"/>
              </a:ext>
            </a:extLst>
          </p:cNvPr>
          <p:cNvSpPr>
            <a:spLocks noGrp="1"/>
          </p:cNvSpPr>
          <p:nvPr>
            <p:ph sz="quarter" idx="10" hasCustomPrompt="1"/>
          </p:nvPr>
        </p:nvSpPr>
        <p:spPr>
          <a:xfrm>
            <a:off x="457195" y="1225550"/>
            <a:ext cx="8267705" cy="3479800"/>
          </a:xfrm>
          <a:prstGeom prst="rect">
            <a:avLst/>
          </a:prstGeom>
          <a:solidFill>
            <a:schemeClr val="tx1">
              <a:lumMod val="10000"/>
              <a:lumOff val="90000"/>
            </a:schemeClr>
          </a:solidFill>
        </p:spPr>
        <p:txBody>
          <a:bodyPr>
            <a:noAutofit/>
          </a:bodyPr>
          <a:lstStyle>
            <a:lvl1pPr marL="0" indent="0">
              <a:buNone/>
              <a:defRPr/>
            </a:lvl1pPr>
          </a:lstStyle>
          <a:p>
            <a:pPr lvl="0"/>
            <a:r>
              <a:rPr lang="en-US" dirty="0"/>
              <a:t>Placeholder</a:t>
            </a:r>
          </a:p>
        </p:txBody>
      </p:sp>
      <p:sp>
        <p:nvSpPr>
          <p:cNvPr id="5" name="Google Shape;56;p14">
            <a:extLst>
              <a:ext uri="{FF2B5EF4-FFF2-40B4-BE49-F238E27FC236}">
                <a16:creationId xmlns:a16="http://schemas.microsoft.com/office/drawing/2014/main" id="{B0592468-F576-AC94-7226-53E9052268F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60;p14">
            <a:extLst>
              <a:ext uri="{FF2B5EF4-FFF2-40B4-BE49-F238E27FC236}">
                <a16:creationId xmlns:a16="http://schemas.microsoft.com/office/drawing/2014/main" id="{76796AF5-65AB-DF25-504B-AB62917FD556}"/>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7" name="TextBox 6">
            <a:extLst>
              <a:ext uri="{FF2B5EF4-FFF2-40B4-BE49-F238E27FC236}">
                <a16:creationId xmlns:a16="http://schemas.microsoft.com/office/drawing/2014/main" id="{BAFF6D5B-F036-4391-AF50-50CA4F86BAA0}"/>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0" name="Google Shape;150;p23">
            <a:extLst>
              <a:ext uri="{FF2B5EF4-FFF2-40B4-BE49-F238E27FC236}">
                <a16:creationId xmlns:a16="http://schemas.microsoft.com/office/drawing/2014/main" id="{78B4F23A-EC14-3E37-DF9F-C1C1349630B4}"/>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6;p14">
            <a:extLst>
              <a:ext uri="{FF2B5EF4-FFF2-40B4-BE49-F238E27FC236}">
                <a16:creationId xmlns:a16="http://schemas.microsoft.com/office/drawing/2014/main" id="{FA341C03-0655-DC21-9BD2-F28459770EB7}"/>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60;p14">
            <a:extLst>
              <a:ext uri="{FF2B5EF4-FFF2-40B4-BE49-F238E27FC236}">
                <a16:creationId xmlns:a16="http://schemas.microsoft.com/office/drawing/2014/main" id="{30CD99FB-2E47-527C-6376-261819B0ED80}"/>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5" name="TextBox 14">
            <a:extLst>
              <a:ext uri="{FF2B5EF4-FFF2-40B4-BE49-F238E27FC236}">
                <a16:creationId xmlns:a16="http://schemas.microsoft.com/office/drawing/2014/main" id="{30242BD7-9F1B-14BF-48AC-04A28C1DDB99}"/>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6" name="Google Shape;150;p23">
            <a:extLst>
              <a:ext uri="{FF2B5EF4-FFF2-40B4-BE49-F238E27FC236}">
                <a16:creationId xmlns:a16="http://schemas.microsoft.com/office/drawing/2014/main" id="{02BE5221-6D22-CDE8-52EF-E0197FF69640}"/>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5833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ulti-use layout w/ 2-Line Title">
    <p:spTree>
      <p:nvGrpSpPr>
        <p:cNvPr id="1" name=""/>
        <p:cNvGrpSpPr/>
        <p:nvPr/>
      </p:nvGrpSpPr>
      <p:grpSpPr>
        <a:xfrm>
          <a:off x="0" y="0"/>
          <a:ext cx="0" cy="0"/>
          <a:chOff x="0" y="0"/>
          <a:chExt cx="0" cy="0"/>
        </a:xfrm>
      </p:grpSpPr>
      <p:sp>
        <p:nvSpPr>
          <p:cNvPr id="6" name="Google Shape;58;p14">
            <a:extLst>
              <a:ext uri="{FF2B5EF4-FFF2-40B4-BE49-F238E27FC236}">
                <a16:creationId xmlns:a16="http://schemas.microsoft.com/office/drawing/2014/main" id="{0B775E3D-28D8-E8C7-FB82-8ED0B4A975F4}"/>
              </a:ext>
            </a:extLst>
          </p:cNvPr>
          <p:cNvSpPr txBox="1">
            <a:spLocks noGrp="1"/>
          </p:cNvSpPr>
          <p:nvPr>
            <p:ph type="subTitle" idx="1"/>
          </p:nvPr>
        </p:nvSpPr>
        <p:spPr>
          <a:xfrm>
            <a:off x="361933" y="1112921"/>
            <a:ext cx="8344800"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5" name="TextBox 4">
            <a:extLst>
              <a:ext uri="{FF2B5EF4-FFF2-40B4-BE49-F238E27FC236}">
                <a16:creationId xmlns:a16="http://schemas.microsoft.com/office/drawing/2014/main" id="{35BDA084-18F1-1D8D-1E60-238941C1B1D1}"/>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3" name="Google Shape;150;p23">
            <a:extLst>
              <a:ext uri="{FF2B5EF4-FFF2-40B4-BE49-F238E27FC236}">
                <a16:creationId xmlns:a16="http://schemas.microsoft.com/office/drawing/2014/main" id="{76012362-853B-83F7-64D4-1A593309909B}"/>
              </a:ext>
            </a:extLst>
          </p:cNvPr>
          <p:cNvSpPr/>
          <p:nvPr/>
        </p:nvSpPr>
        <p:spPr>
          <a:xfrm>
            <a:off x="0" y="350815"/>
            <a:ext cx="137100" cy="7625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2">
            <a:extLst>
              <a:ext uri="{FF2B5EF4-FFF2-40B4-BE49-F238E27FC236}">
                <a16:creationId xmlns:a16="http://schemas.microsoft.com/office/drawing/2014/main" id="{6EF5B901-4D24-709B-7607-0FB126A3E34D}"/>
              </a:ext>
            </a:extLst>
          </p:cNvPr>
          <p:cNvSpPr>
            <a:spLocks noGrp="1"/>
          </p:cNvSpPr>
          <p:nvPr>
            <p:ph type="title"/>
          </p:nvPr>
        </p:nvSpPr>
        <p:spPr>
          <a:xfrm>
            <a:off x="354559" y="291988"/>
            <a:ext cx="7886700" cy="820933"/>
          </a:xfrm>
        </p:spPr>
        <p:txBody>
          <a:bodyPr/>
          <a:lstStyle/>
          <a:p>
            <a:r>
              <a:rPr lang="en-US"/>
              <a:t>Click to edit Master title style</a:t>
            </a:r>
            <a:endParaRPr lang="en-US" dirty="0"/>
          </a:p>
        </p:txBody>
      </p:sp>
      <p:sp>
        <p:nvSpPr>
          <p:cNvPr id="2" name="Google Shape;56;p14">
            <a:extLst>
              <a:ext uri="{FF2B5EF4-FFF2-40B4-BE49-F238E27FC236}">
                <a16:creationId xmlns:a16="http://schemas.microsoft.com/office/drawing/2014/main" id="{BDDA703F-F2B7-0436-F1A2-266F8D5913D9}"/>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4" name="Google Shape;60;p14">
            <a:extLst>
              <a:ext uri="{FF2B5EF4-FFF2-40B4-BE49-F238E27FC236}">
                <a16:creationId xmlns:a16="http://schemas.microsoft.com/office/drawing/2014/main" id="{3B6009D8-3821-6762-3B6E-9C93329F1AAE}"/>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7" name="TextBox 6">
            <a:extLst>
              <a:ext uri="{FF2B5EF4-FFF2-40B4-BE49-F238E27FC236}">
                <a16:creationId xmlns:a16="http://schemas.microsoft.com/office/drawing/2014/main" id="{1197E058-5B2B-1599-0C7B-D2AB39F7DBF8}"/>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0" name="Google Shape;150;p23">
            <a:extLst>
              <a:ext uri="{FF2B5EF4-FFF2-40B4-BE49-F238E27FC236}">
                <a16:creationId xmlns:a16="http://schemas.microsoft.com/office/drawing/2014/main" id="{1E8F2E6B-4420-C9D8-0F9F-557D93F1E190}"/>
              </a:ext>
            </a:extLst>
          </p:cNvPr>
          <p:cNvSpPr/>
          <p:nvPr/>
        </p:nvSpPr>
        <p:spPr>
          <a:xfrm>
            <a:off x="0" y="350815"/>
            <a:ext cx="137100" cy="7625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6;p14">
            <a:extLst>
              <a:ext uri="{FF2B5EF4-FFF2-40B4-BE49-F238E27FC236}">
                <a16:creationId xmlns:a16="http://schemas.microsoft.com/office/drawing/2014/main" id="{7A83EF8E-033B-CFB2-E1E0-BFF48F3B04C8}"/>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2" name="Google Shape;60;p14">
            <a:extLst>
              <a:ext uri="{FF2B5EF4-FFF2-40B4-BE49-F238E27FC236}">
                <a16:creationId xmlns:a16="http://schemas.microsoft.com/office/drawing/2014/main" id="{56E7BB52-10DC-1FFA-696A-45CC6BBE3557}"/>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4" name="TextBox 13">
            <a:extLst>
              <a:ext uri="{FF2B5EF4-FFF2-40B4-BE49-F238E27FC236}">
                <a16:creationId xmlns:a16="http://schemas.microsoft.com/office/drawing/2014/main" id="{163BD514-5377-59F9-AA51-6B6B8DD94E98}"/>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5" name="Google Shape;150;p23">
            <a:extLst>
              <a:ext uri="{FF2B5EF4-FFF2-40B4-BE49-F238E27FC236}">
                <a16:creationId xmlns:a16="http://schemas.microsoft.com/office/drawing/2014/main" id="{C95E3315-0903-F855-8B47-62EC73068399}"/>
              </a:ext>
            </a:extLst>
          </p:cNvPr>
          <p:cNvSpPr/>
          <p:nvPr userDrawn="1"/>
        </p:nvSpPr>
        <p:spPr>
          <a:xfrm>
            <a:off x="0" y="350815"/>
            <a:ext cx="137100" cy="7625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3819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ulti-use layout w/ 2-Line Title_image">
    <p:spTree>
      <p:nvGrpSpPr>
        <p:cNvPr id="1" name=""/>
        <p:cNvGrpSpPr/>
        <p:nvPr/>
      </p:nvGrpSpPr>
      <p:grpSpPr>
        <a:xfrm>
          <a:off x="0" y="0"/>
          <a:ext cx="0" cy="0"/>
          <a:chOff x="0" y="0"/>
          <a:chExt cx="0" cy="0"/>
        </a:xfrm>
      </p:grpSpPr>
      <p:sp>
        <p:nvSpPr>
          <p:cNvPr id="2" name="Title 1"/>
          <p:cNvSpPr>
            <a:spLocks noGrp="1"/>
          </p:cNvSpPr>
          <p:nvPr>
            <p:ph type="title"/>
          </p:nvPr>
        </p:nvSpPr>
        <p:spPr>
          <a:xfrm>
            <a:off x="354559" y="623635"/>
            <a:ext cx="8370341" cy="473131"/>
          </a:xfrm>
        </p:spPr>
        <p:txBody>
          <a:bodyPr anchor="b">
            <a:noAutofit/>
          </a:bodyPr>
          <a:lstStyle>
            <a:lvl1pPr>
              <a:defRPr sz="2600" b="1"/>
            </a:lvl1pPr>
          </a:lstStyle>
          <a:p>
            <a:r>
              <a:rPr lang="en-US"/>
              <a:t>Click to edit Master title style</a:t>
            </a:r>
            <a:endParaRPr lang="en-US" dirty="0"/>
          </a:p>
        </p:txBody>
      </p:sp>
      <p:sp>
        <p:nvSpPr>
          <p:cNvPr id="6" name="Google Shape;58;p14">
            <a:extLst>
              <a:ext uri="{FF2B5EF4-FFF2-40B4-BE49-F238E27FC236}">
                <a16:creationId xmlns:a16="http://schemas.microsoft.com/office/drawing/2014/main" id="{0B775E3D-28D8-E8C7-FB82-8ED0B4A975F4}"/>
              </a:ext>
            </a:extLst>
          </p:cNvPr>
          <p:cNvSpPr txBox="1">
            <a:spLocks noGrp="1"/>
          </p:cNvSpPr>
          <p:nvPr>
            <p:ph type="subTitle" idx="1"/>
          </p:nvPr>
        </p:nvSpPr>
        <p:spPr>
          <a:xfrm>
            <a:off x="361933" y="1112921"/>
            <a:ext cx="8344800"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5" name="TextBox 4">
            <a:extLst>
              <a:ext uri="{FF2B5EF4-FFF2-40B4-BE49-F238E27FC236}">
                <a16:creationId xmlns:a16="http://schemas.microsoft.com/office/drawing/2014/main" id="{35BDA084-18F1-1D8D-1E60-238941C1B1D1}"/>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3" name="Google Shape;150;p23">
            <a:extLst>
              <a:ext uri="{FF2B5EF4-FFF2-40B4-BE49-F238E27FC236}">
                <a16:creationId xmlns:a16="http://schemas.microsoft.com/office/drawing/2014/main" id="{76012362-853B-83F7-64D4-1A593309909B}"/>
              </a:ext>
            </a:extLst>
          </p:cNvPr>
          <p:cNvSpPr/>
          <p:nvPr/>
        </p:nvSpPr>
        <p:spPr>
          <a:xfrm>
            <a:off x="0" y="350815"/>
            <a:ext cx="137100" cy="7625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Content Placeholder 6">
            <a:extLst>
              <a:ext uri="{FF2B5EF4-FFF2-40B4-BE49-F238E27FC236}">
                <a16:creationId xmlns:a16="http://schemas.microsoft.com/office/drawing/2014/main" id="{4B6023EE-D852-B275-63D9-888C7679E5E0}"/>
              </a:ext>
            </a:extLst>
          </p:cNvPr>
          <p:cNvSpPr>
            <a:spLocks noGrp="1"/>
          </p:cNvSpPr>
          <p:nvPr>
            <p:ph sz="quarter" idx="10" hasCustomPrompt="1"/>
          </p:nvPr>
        </p:nvSpPr>
        <p:spPr>
          <a:xfrm>
            <a:off x="4686300" y="1478620"/>
            <a:ext cx="4038600" cy="3226729"/>
          </a:xfrm>
          <a:prstGeom prst="rect">
            <a:avLst/>
          </a:prstGeom>
          <a:solidFill>
            <a:schemeClr val="tx1">
              <a:lumMod val="10000"/>
              <a:lumOff val="90000"/>
            </a:schemeClr>
          </a:solidFill>
        </p:spPr>
        <p:txBody>
          <a:bodyPr>
            <a:noAutofit/>
          </a:bodyPr>
          <a:lstStyle>
            <a:lvl1pPr marL="0" indent="0">
              <a:buNone/>
              <a:defRPr/>
            </a:lvl1pPr>
          </a:lstStyle>
          <a:p>
            <a:pPr lvl="0"/>
            <a:r>
              <a:rPr lang="en-US" dirty="0"/>
              <a:t>Placeholder</a:t>
            </a:r>
          </a:p>
        </p:txBody>
      </p:sp>
      <p:sp>
        <p:nvSpPr>
          <p:cNvPr id="4" name="Google Shape;56;p14">
            <a:extLst>
              <a:ext uri="{FF2B5EF4-FFF2-40B4-BE49-F238E27FC236}">
                <a16:creationId xmlns:a16="http://schemas.microsoft.com/office/drawing/2014/main" id="{58F90864-7DF1-DF4D-EBE9-7802DEE2AEB6}"/>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7" name="Google Shape;60;p14">
            <a:extLst>
              <a:ext uri="{FF2B5EF4-FFF2-40B4-BE49-F238E27FC236}">
                <a16:creationId xmlns:a16="http://schemas.microsoft.com/office/drawing/2014/main" id="{D6A81E26-3579-5613-9331-69D0F7380545}"/>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0" name="TextBox 9">
            <a:extLst>
              <a:ext uri="{FF2B5EF4-FFF2-40B4-BE49-F238E27FC236}">
                <a16:creationId xmlns:a16="http://schemas.microsoft.com/office/drawing/2014/main" id="{121F4C7C-00D5-DAD6-E81F-1725FDDE89DD}"/>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1" name="Google Shape;150;p23">
            <a:extLst>
              <a:ext uri="{FF2B5EF4-FFF2-40B4-BE49-F238E27FC236}">
                <a16:creationId xmlns:a16="http://schemas.microsoft.com/office/drawing/2014/main" id="{AFC3509A-D2FF-4C68-DD25-77DBA094E32F}"/>
              </a:ext>
            </a:extLst>
          </p:cNvPr>
          <p:cNvSpPr/>
          <p:nvPr/>
        </p:nvSpPr>
        <p:spPr>
          <a:xfrm>
            <a:off x="0" y="350815"/>
            <a:ext cx="137100" cy="7625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6;p14">
            <a:extLst>
              <a:ext uri="{FF2B5EF4-FFF2-40B4-BE49-F238E27FC236}">
                <a16:creationId xmlns:a16="http://schemas.microsoft.com/office/drawing/2014/main" id="{B77361E0-F287-F6F9-08F0-F7019A83AC58}"/>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60;p14">
            <a:extLst>
              <a:ext uri="{FF2B5EF4-FFF2-40B4-BE49-F238E27FC236}">
                <a16:creationId xmlns:a16="http://schemas.microsoft.com/office/drawing/2014/main" id="{BD5D73DC-7E57-2685-EF6F-9DA9BB8A5E97}"/>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5" name="TextBox 14">
            <a:extLst>
              <a:ext uri="{FF2B5EF4-FFF2-40B4-BE49-F238E27FC236}">
                <a16:creationId xmlns:a16="http://schemas.microsoft.com/office/drawing/2014/main" id="{0E60F840-00F7-2053-AB36-523C0C7CC752}"/>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6" name="Google Shape;150;p23">
            <a:extLst>
              <a:ext uri="{FF2B5EF4-FFF2-40B4-BE49-F238E27FC236}">
                <a16:creationId xmlns:a16="http://schemas.microsoft.com/office/drawing/2014/main" id="{CAA88ACF-34E6-D6B1-33F1-3BA7FC5C8B52}"/>
              </a:ext>
            </a:extLst>
          </p:cNvPr>
          <p:cNvSpPr/>
          <p:nvPr userDrawn="1"/>
        </p:nvSpPr>
        <p:spPr>
          <a:xfrm>
            <a:off x="0" y="350815"/>
            <a:ext cx="137100" cy="7625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5811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use layout w/ Dotted Lines 01">
    <p:spTree>
      <p:nvGrpSpPr>
        <p:cNvPr id="1" name=""/>
        <p:cNvGrpSpPr/>
        <p:nvPr/>
      </p:nvGrpSpPr>
      <p:grpSpPr>
        <a:xfrm>
          <a:off x="0" y="0"/>
          <a:ext cx="0" cy="0"/>
          <a:chOff x="0" y="0"/>
          <a:chExt cx="0" cy="0"/>
        </a:xfrm>
      </p:grpSpPr>
      <p:grpSp>
        <p:nvGrpSpPr>
          <p:cNvPr id="3" name="Google Shape;71;p16">
            <a:extLst>
              <a:ext uri="{FF2B5EF4-FFF2-40B4-BE49-F238E27FC236}">
                <a16:creationId xmlns:a16="http://schemas.microsoft.com/office/drawing/2014/main" id="{F5712FE6-95D4-0A05-91B3-005EE5F455D3}"/>
              </a:ext>
            </a:extLst>
          </p:cNvPr>
          <p:cNvGrpSpPr/>
          <p:nvPr/>
        </p:nvGrpSpPr>
        <p:grpSpPr>
          <a:xfrm>
            <a:off x="3" y="3761952"/>
            <a:ext cx="9143997" cy="1371564"/>
            <a:chOff x="-10" y="3735321"/>
            <a:chExt cx="9139427" cy="1408177"/>
          </a:xfrm>
        </p:grpSpPr>
        <p:pic>
          <p:nvPicPr>
            <p:cNvPr id="4" name="Google Shape;72;p16">
              <a:extLst>
                <a:ext uri="{FF2B5EF4-FFF2-40B4-BE49-F238E27FC236}">
                  <a16:creationId xmlns:a16="http://schemas.microsoft.com/office/drawing/2014/main" id="{2EB517F5-120D-A1CF-A55A-81935290C8D6}"/>
                </a:ext>
              </a:extLst>
            </p:cNvPr>
            <p:cNvPicPr preferRelativeResize="0"/>
            <p:nvPr/>
          </p:nvPicPr>
          <p:blipFill rotWithShape="1">
            <a:blip r:embed="rId2">
              <a:alphaModFix amt="29000"/>
            </a:blip>
            <a:srcRect t="139" b="139"/>
            <a:stretch/>
          </p:blipFill>
          <p:spPr>
            <a:xfrm>
              <a:off x="-10" y="3735321"/>
              <a:ext cx="3044952" cy="1408177"/>
            </a:xfrm>
            <a:prstGeom prst="rect">
              <a:avLst/>
            </a:prstGeom>
            <a:noFill/>
            <a:ln>
              <a:noFill/>
            </a:ln>
          </p:spPr>
        </p:pic>
        <p:pic>
          <p:nvPicPr>
            <p:cNvPr id="5" name="Google Shape;73;p16">
              <a:extLst>
                <a:ext uri="{FF2B5EF4-FFF2-40B4-BE49-F238E27FC236}">
                  <a16:creationId xmlns:a16="http://schemas.microsoft.com/office/drawing/2014/main" id="{568F6261-20FB-2209-74F0-E783214B37D3}"/>
                </a:ext>
              </a:extLst>
            </p:cNvPr>
            <p:cNvPicPr preferRelativeResize="0"/>
            <p:nvPr/>
          </p:nvPicPr>
          <p:blipFill rotWithShape="1">
            <a:blip r:embed="rId3">
              <a:alphaModFix amt="29000"/>
            </a:blip>
            <a:srcRect t="139" b="139"/>
            <a:stretch/>
          </p:blipFill>
          <p:spPr>
            <a:xfrm>
              <a:off x="3049515" y="3735321"/>
              <a:ext cx="3044952" cy="1408177"/>
            </a:xfrm>
            <a:prstGeom prst="rect">
              <a:avLst/>
            </a:prstGeom>
            <a:noFill/>
            <a:ln>
              <a:noFill/>
            </a:ln>
          </p:spPr>
        </p:pic>
        <p:pic>
          <p:nvPicPr>
            <p:cNvPr id="11" name="Google Shape;74;p16">
              <a:extLst>
                <a:ext uri="{FF2B5EF4-FFF2-40B4-BE49-F238E27FC236}">
                  <a16:creationId xmlns:a16="http://schemas.microsoft.com/office/drawing/2014/main" id="{2CA3C9D2-7D63-855F-F611-8800E278F22C}"/>
                </a:ext>
              </a:extLst>
            </p:cNvPr>
            <p:cNvPicPr preferRelativeResize="0"/>
            <p:nvPr/>
          </p:nvPicPr>
          <p:blipFill rotWithShape="1">
            <a:blip r:embed="rId4">
              <a:alphaModFix amt="29000"/>
            </a:blip>
            <a:srcRect t="139" b="139"/>
            <a:stretch/>
          </p:blipFill>
          <p:spPr>
            <a:xfrm>
              <a:off x="6094465" y="3735321"/>
              <a:ext cx="3044952" cy="1408177"/>
            </a:xfrm>
            <a:prstGeom prst="rect">
              <a:avLst/>
            </a:prstGeom>
            <a:noFill/>
            <a:ln>
              <a:noFill/>
            </a:ln>
          </p:spPr>
        </p:pic>
      </p:grpSp>
      <p:sp>
        <p:nvSpPr>
          <p:cNvPr id="2" name="Title 1"/>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6" name="Google Shape;58;p14">
            <a:extLst>
              <a:ext uri="{FF2B5EF4-FFF2-40B4-BE49-F238E27FC236}">
                <a16:creationId xmlns:a16="http://schemas.microsoft.com/office/drawing/2014/main" id="{0B775E3D-28D8-E8C7-FB82-8ED0B4A975F4}"/>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2" name="TextBox 11">
            <a:extLst>
              <a:ext uri="{FF2B5EF4-FFF2-40B4-BE49-F238E27FC236}">
                <a16:creationId xmlns:a16="http://schemas.microsoft.com/office/drawing/2014/main" id="{FDBF6CD7-E1CF-47B4-D56B-8FDF0442A4EE}"/>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3" name="Google Shape;150;p23">
            <a:extLst>
              <a:ext uri="{FF2B5EF4-FFF2-40B4-BE49-F238E27FC236}">
                <a16:creationId xmlns:a16="http://schemas.microsoft.com/office/drawing/2014/main" id="{10A98A14-BB97-0A95-E1EC-BC99BFA217B1}"/>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 name="Google Shape;71;p16">
            <a:extLst>
              <a:ext uri="{FF2B5EF4-FFF2-40B4-BE49-F238E27FC236}">
                <a16:creationId xmlns:a16="http://schemas.microsoft.com/office/drawing/2014/main" id="{9D5A46F6-31DE-A643-87CE-462F3DA168D4}"/>
              </a:ext>
            </a:extLst>
          </p:cNvPr>
          <p:cNvGrpSpPr/>
          <p:nvPr/>
        </p:nvGrpSpPr>
        <p:grpSpPr>
          <a:xfrm>
            <a:off x="3" y="3761952"/>
            <a:ext cx="9143997" cy="1371564"/>
            <a:chOff x="-10" y="3735321"/>
            <a:chExt cx="9139427" cy="1408177"/>
          </a:xfrm>
        </p:grpSpPr>
        <p:pic>
          <p:nvPicPr>
            <p:cNvPr id="10" name="Google Shape;72;p16">
              <a:extLst>
                <a:ext uri="{FF2B5EF4-FFF2-40B4-BE49-F238E27FC236}">
                  <a16:creationId xmlns:a16="http://schemas.microsoft.com/office/drawing/2014/main" id="{31C3DACE-8A5A-B12D-84D3-65DAD21EE05C}"/>
                </a:ext>
              </a:extLst>
            </p:cNvPr>
            <p:cNvPicPr preferRelativeResize="0"/>
            <p:nvPr/>
          </p:nvPicPr>
          <p:blipFill rotWithShape="1">
            <a:blip r:embed="rId2">
              <a:alphaModFix amt="29000"/>
            </a:blip>
            <a:srcRect t="139" b="139"/>
            <a:stretch/>
          </p:blipFill>
          <p:spPr>
            <a:xfrm>
              <a:off x="-10" y="3735321"/>
              <a:ext cx="3044952" cy="1408177"/>
            </a:xfrm>
            <a:prstGeom prst="rect">
              <a:avLst/>
            </a:prstGeom>
            <a:noFill/>
            <a:ln>
              <a:noFill/>
            </a:ln>
          </p:spPr>
        </p:pic>
        <p:pic>
          <p:nvPicPr>
            <p:cNvPr id="14" name="Google Shape;73;p16">
              <a:extLst>
                <a:ext uri="{FF2B5EF4-FFF2-40B4-BE49-F238E27FC236}">
                  <a16:creationId xmlns:a16="http://schemas.microsoft.com/office/drawing/2014/main" id="{84602BE1-5245-1FBF-2AC8-9601ED89DEB4}"/>
                </a:ext>
              </a:extLst>
            </p:cNvPr>
            <p:cNvPicPr preferRelativeResize="0"/>
            <p:nvPr/>
          </p:nvPicPr>
          <p:blipFill rotWithShape="1">
            <a:blip r:embed="rId3">
              <a:alphaModFix amt="29000"/>
            </a:blip>
            <a:srcRect t="139" b="139"/>
            <a:stretch/>
          </p:blipFill>
          <p:spPr>
            <a:xfrm>
              <a:off x="3049515" y="3735321"/>
              <a:ext cx="3044952" cy="1408177"/>
            </a:xfrm>
            <a:prstGeom prst="rect">
              <a:avLst/>
            </a:prstGeom>
            <a:noFill/>
            <a:ln>
              <a:noFill/>
            </a:ln>
          </p:spPr>
        </p:pic>
        <p:pic>
          <p:nvPicPr>
            <p:cNvPr id="15" name="Google Shape;74;p16">
              <a:extLst>
                <a:ext uri="{FF2B5EF4-FFF2-40B4-BE49-F238E27FC236}">
                  <a16:creationId xmlns:a16="http://schemas.microsoft.com/office/drawing/2014/main" id="{D6EB7028-BF14-62E0-DBDA-D4CE8B654B8F}"/>
                </a:ext>
              </a:extLst>
            </p:cNvPr>
            <p:cNvPicPr preferRelativeResize="0"/>
            <p:nvPr/>
          </p:nvPicPr>
          <p:blipFill rotWithShape="1">
            <a:blip r:embed="rId4">
              <a:alphaModFix amt="29000"/>
            </a:blip>
            <a:srcRect t="139" b="139"/>
            <a:stretch/>
          </p:blipFill>
          <p:spPr>
            <a:xfrm>
              <a:off x="6094465" y="3735321"/>
              <a:ext cx="3044952" cy="1408177"/>
            </a:xfrm>
            <a:prstGeom prst="rect">
              <a:avLst/>
            </a:prstGeom>
            <a:noFill/>
            <a:ln>
              <a:noFill/>
            </a:ln>
          </p:spPr>
        </p:pic>
      </p:grpSp>
      <p:sp>
        <p:nvSpPr>
          <p:cNvPr id="16" name="Google Shape;56;p14">
            <a:extLst>
              <a:ext uri="{FF2B5EF4-FFF2-40B4-BE49-F238E27FC236}">
                <a16:creationId xmlns:a16="http://schemas.microsoft.com/office/drawing/2014/main" id="{EE19F04E-6368-91C8-BEC9-F2D6318740E2}"/>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60;p14">
            <a:extLst>
              <a:ext uri="{FF2B5EF4-FFF2-40B4-BE49-F238E27FC236}">
                <a16:creationId xmlns:a16="http://schemas.microsoft.com/office/drawing/2014/main" id="{6C28AC24-E291-9E16-9AEA-261ACE0578BE}"/>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8" name="TextBox 17">
            <a:extLst>
              <a:ext uri="{FF2B5EF4-FFF2-40B4-BE49-F238E27FC236}">
                <a16:creationId xmlns:a16="http://schemas.microsoft.com/office/drawing/2014/main" id="{2EA405EE-7092-A940-D6E2-46A2EE2DA5DA}"/>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9" name="Google Shape;150;p23">
            <a:extLst>
              <a:ext uri="{FF2B5EF4-FFF2-40B4-BE49-F238E27FC236}">
                <a16:creationId xmlns:a16="http://schemas.microsoft.com/office/drawing/2014/main" id="{B4FF6BCD-BCDC-1AB5-8D16-266B4A3D04F8}"/>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 name="Google Shape;71;p16">
            <a:extLst>
              <a:ext uri="{FF2B5EF4-FFF2-40B4-BE49-F238E27FC236}">
                <a16:creationId xmlns:a16="http://schemas.microsoft.com/office/drawing/2014/main" id="{13C2AA44-54F2-9778-120E-874DBEE06E48}"/>
              </a:ext>
            </a:extLst>
          </p:cNvPr>
          <p:cNvGrpSpPr/>
          <p:nvPr userDrawn="1"/>
        </p:nvGrpSpPr>
        <p:grpSpPr>
          <a:xfrm>
            <a:off x="3" y="3761952"/>
            <a:ext cx="9143997" cy="1371564"/>
            <a:chOff x="-10" y="3735321"/>
            <a:chExt cx="9139427" cy="1408177"/>
          </a:xfrm>
        </p:grpSpPr>
        <p:pic>
          <p:nvPicPr>
            <p:cNvPr id="21" name="Google Shape;72;p16">
              <a:extLst>
                <a:ext uri="{FF2B5EF4-FFF2-40B4-BE49-F238E27FC236}">
                  <a16:creationId xmlns:a16="http://schemas.microsoft.com/office/drawing/2014/main" id="{B26B7714-F42E-4445-2DDA-C9E8C1876EEC}"/>
                </a:ext>
              </a:extLst>
            </p:cNvPr>
            <p:cNvPicPr preferRelativeResize="0"/>
            <p:nvPr/>
          </p:nvPicPr>
          <p:blipFill rotWithShape="1">
            <a:blip r:embed="rId2">
              <a:alphaModFix amt="29000"/>
            </a:blip>
            <a:srcRect t="139" b="139"/>
            <a:stretch/>
          </p:blipFill>
          <p:spPr>
            <a:xfrm>
              <a:off x="-10" y="3735321"/>
              <a:ext cx="3044952" cy="1408177"/>
            </a:xfrm>
            <a:prstGeom prst="rect">
              <a:avLst/>
            </a:prstGeom>
            <a:noFill/>
            <a:ln>
              <a:noFill/>
            </a:ln>
          </p:spPr>
        </p:pic>
        <p:pic>
          <p:nvPicPr>
            <p:cNvPr id="22" name="Google Shape;73;p16">
              <a:extLst>
                <a:ext uri="{FF2B5EF4-FFF2-40B4-BE49-F238E27FC236}">
                  <a16:creationId xmlns:a16="http://schemas.microsoft.com/office/drawing/2014/main" id="{A6C9E01A-CF46-A729-7AEC-3C64E77BF512}"/>
                </a:ext>
              </a:extLst>
            </p:cNvPr>
            <p:cNvPicPr preferRelativeResize="0"/>
            <p:nvPr/>
          </p:nvPicPr>
          <p:blipFill rotWithShape="1">
            <a:blip r:embed="rId3">
              <a:alphaModFix amt="29000"/>
            </a:blip>
            <a:srcRect t="139" b="139"/>
            <a:stretch/>
          </p:blipFill>
          <p:spPr>
            <a:xfrm>
              <a:off x="3049515" y="3735321"/>
              <a:ext cx="3044952" cy="1408177"/>
            </a:xfrm>
            <a:prstGeom prst="rect">
              <a:avLst/>
            </a:prstGeom>
            <a:noFill/>
            <a:ln>
              <a:noFill/>
            </a:ln>
          </p:spPr>
        </p:pic>
        <p:pic>
          <p:nvPicPr>
            <p:cNvPr id="23" name="Google Shape;74;p16">
              <a:extLst>
                <a:ext uri="{FF2B5EF4-FFF2-40B4-BE49-F238E27FC236}">
                  <a16:creationId xmlns:a16="http://schemas.microsoft.com/office/drawing/2014/main" id="{9A54530F-A706-48EE-EBEA-0021BEB6DA3D}"/>
                </a:ext>
              </a:extLst>
            </p:cNvPr>
            <p:cNvPicPr preferRelativeResize="0"/>
            <p:nvPr/>
          </p:nvPicPr>
          <p:blipFill rotWithShape="1">
            <a:blip r:embed="rId4">
              <a:alphaModFix amt="29000"/>
            </a:blip>
            <a:srcRect t="139" b="139"/>
            <a:stretch/>
          </p:blipFill>
          <p:spPr>
            <a:xfrm>
              <a:off x="6094465" y="3735321"/>
              <a:ext cx="3044952" cy="1408177"/>
            </a:xfrm>
            <a:prstGeom prst="rect">
              <a:avLst/>
            </a:prstGeom>
            <a:noFill/>
            <a:ln>
              <a:noFill/>
            </a:ln>
          </p:spPr>
        </p:pic>
      </p:grpSp>
      <p:sp>
        <p:nvSpPr>
          <p:cNvPr id="24" name="Google Shape;56;p14">
            <a:extLst>
              <a:ext uri="{FF2B5EF4-FFF2-40B4-BE49-F238E27FC236}">
                <a16:creationId xmlns:a16="http://schemas.microsoft.com/office/drawing/2014/main" id="{3434F9D1-8CC7-F0EB-3668-AA9CA62EE4F7}"/>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5" name="Google Shape;60;p14">
            <a:extLst>
              <a:ext uri="{FF2B5EF4-FFF2-40B4-BE49-F238E27FC236}">
                <a16:creationId xmlns:a16="http://schemas.microsoft.com/office/drawing/2014/main" id="{D5D9B070-FE38-C426-C75B-3523AE2CB1F2}"/>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26" name="TextBox 25">
            <a:extLst>
              <a:ext uri="{FF2B5EF4-FFF2-40B4-BE49-F238E27FC236}">
                <a16:creationId xmlns:a16="http://schemas.microsoft.com/office/drawing/2014/main" id="{4746C0E3-76BB-EC8D-961C-7D6AD8259E71}"/>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27" name="Google Shape;150;p23">
            <a:extLst>
              <a:ext uri="{FF2B5EF4-FFF2-40B4-BE49-F238E27FC236}">
                <a16:creationId xmlns:a16="http://schemas.microsoft.com/office/drawing/2014/main" id="{1E4B917B-B4FB-0F4F-3AE7-C4565F613040}"/>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2093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ulti-use layout w/ Dotted Lines 02">
    <p:spTree>
      <p:nvGrpSpPr>
        <p:cNvPr id="1" name=""/>
        <p:cNvGrpSpPr/>
        <p:nvPr/>
      </p:nvGrpSpPr>
      <p:grpSpPr>
        <a:xfrm>
          <a:off x="0" y="0"/>
          <a:ext cx="0" cy="0"/>
          <a:chOff x="0" y="0"/>
          <a:chExt cx="0" cy="0"/>
        </a:xfrm>
      </p:grpSpPr>
      <p:grpSp>
        <p:nvGrpSpPr>
          <p:cNvPr id="12" name="Google Shape;83;p17">
            <a:extLst>
              <a:ext uri="{FF2B5EF4-FFF2-40B4-BE49-F238E27FC236}">
                <a16:creationId xmlns:a16="http://schemas.microsoft.com/office/drawing/2014/main" id="{4C95999B-B6BF-D590-8663-7B14FB67D3D5}"/>
              </a:ext>
            </a:extLst>
          </p:cNvPr>
          <p:cNvGrpSpPr/>
          <p:nvPr/>
        </p:nvGrpSpPr>
        <p:grpSpPr>
          <a:xfrm>
            <a:off x="0" y="4370576"/>
            <a:ext cx="9144001" cy="772925"/>
            <a:chOff x="0" y="4370576"/>
            <a:chExt cx="9144001" cy="772925"/>
          </a:xfrm>
        </p:grpSpPr>
        <p:pic>
          <p:nvPicPr>
            <p:cNvPr id="13" name="Google Shape;84;p17">
              <a:extLst>
                <a:ext uri="{FF2B5EF4-FFF2-40B4-BE49-F238E27FC236}">
                  <a16:creationId xmlns:a16="http://schemas.microsoft.com/office/drawing/2014/main" id="{A912FA4E-1FF1-C3A6-93D8-9DE6CDA74B16}"/>
                </a:ext>
              </a:extLst>
            </p:cNvPr>
            <p:cNvPicPr preferRelativeResize="0"/>
            <p:nvPr/>
          </p:nvPicPr>
          <p:blipFill rotWithShape="1">
            <a:blip r:embed="rId2">
              <a:alphaModFix amt="29000"/>
            </a:blip>
            <a:srcRect t="140" b="43663"/>
            <a:stretch/>
          </p:blipFill>
          <p:spPr>
            <a:xfrm>
              <a:off x="0" y="4370576"/>
              <a:ext cx="3046476" cy="772925"/>
            </a:xfrm>
            <a:prstGeom prst="rect">
              <a:avLst/>
            </a:prstGeom>
            <a:noFill/>
            <a:ln>
              <a:noFill/>
            </a:ln>
          </p:spPr>
        </p:pic>
        <p:pic>
          <p:nvPicPr>
            <p:cNvPr id="14" name="Google Shape;85;p17">
              <a:extLst>
                <a:ext uri="{FF2B5EF4-FFF2-40B4-BE49-F238E27FC236}">
                  <a16:creationId xmlns:a16="http://schemas.microsoft.com/office/drawing/2014/main" id="{420F7E2D-7FAD-AE8F-87D6-EF61614A1411}"/>
                </a:ext>
              </a:extLst>
            </p:cNvPr>
            <p:cNvPicPr preferRelativeResize="0"/>
            <p:nvPr/>
          </p:nvPicPr>
          <p:blipFill rotWithShape="1">
            <a:blip r:embed="rId3">
              <a:alphaModFix amt="29000"/>
            </a:blip>
            <a:srcRect t="140" b="43663"/>
            <a:stretch/>
          </p:blipFill>
          <p:spPr>
            <a:xfrm>
              <a:off x="3051050" y="4370576"/>
              <a:ext cx="3046476" cy="772925"/>
            </a:xfrm>
            <a:prstGeom prst="rect">
              <a:avLst/>
            </a:prstGeom>
            <a:noFill/>
            <a:ln>
              <a:noFill/>
            </a:ln>
          </p:spPr>
        </p:pic>
        <p:pic>
          <p:nvPicPr>
            <p:cNvPr id="15" name="Google Shape;86;p17">
              <a:extLst>
                <a:ext uri="{FF2B5EF4-FFF2-40B4-BE49-F238E27FC236}">
                  <a16:creationId xmlns:a16="http://schemas.microsoft.com/office/drawing/2014/main" id="{67637665-225E-2962-B7AE-5172900BC291}"/>
                </a:ext>
              </a:extLst>
            </p:cNvPr>
            <p:cNvPicPr preferRelativeResize="0"/>
            <p:nvPr/>
          </p:nvPicPr>
          <p:blipFill rotWithShape="1">
            <a:blip r:embed="rId4">
              <a:alphaModFix amt="29000"/>
            </a:blip>
            <a:srcRect t="140" b="43663"/>
            <a:stretch/>
          </p:blipFill>
          <p:spPr>
            <a:xfrm>
              <a:off x="6097525" y="4370576"/>
              <a:ext cx="3046476" cy="772925"/>
            </a:xfrm>
            <a:prstGeom prst="rect">
              <a:avLst/>
            </a:prstGeom>
            <a:noFill/>
            <a:ln>
              <a:noFill/>
            </a:ln>
          </p:spPr>
        </p:pic>
      </p:gr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6" name="TextBox 15">
            <a:extLst>
              <a:ext uri="{FF2B5EF4-FFF2-40B4-BE49-F238E27FC236}">
                <a16:creationId xmlns:a16="http://schemas.microsoft.com/office/drawing/2014/main" id="{B017F4A2-3E91-C66F-D995-26C1F58A9B87}"/>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7" name="Google Shape;150;p23">
            <a:extLst>
              <a:ext uri="{FF2B5EF4-FFF2-40B4-BE49-F238E27FC236}">
                <a16:creationId xmlns:a16="http://schemas.microsoft.com/office/drawing/2014/main" id="{103FFCFB-A861-A76D-AC24-BD450B73EA4C}"/>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1">
            <a:extLst>
              <a:ext uri="{FF2B5EF4-FFF2-40B4-BE49-F238E27FC236}">
                <a16:creationId xmlns:a16="http://schemas.microsoft.com/office/drawing/2014/main" id="{718DAC0F-3101-828A-295C-46D6EE581DA4}"/>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4" name="Google Shape;58;p14">
            <a:extLst>
              <a:ext uri="{FF2B5EF4-FFF2-40B4-BE49-F238E27FC236}">
                <a16:creationId xmlns:a16="http://schemas.microsoft.com/office/drawing/2014/main" id="{D00A811F-2219-412F-E4B7-7235B0B6D98D}"/>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grpSp>
        <p:nvGrpSpPr>
          <p:cNvPr id="2" name="Google Shape;83;p17">
            <a:extLst>
              <a:ext uri="{FF2B5EF4-FFF2-40B4-BE49-F238E27FC236}">
                <a16:creationId xmlns:a16="http://schemas.microsoft.com/office/drawing/2014/main" id="{2F9FAA72-72BB-A272-3DD0-1326558F16EC}"/>
              </a:ext>
            </a:extLst>
          </p:cNvPr>
          <p:cNvGrpSpPr/>
          <p:nvPr/>
        </p:nvGrpSpPr>
        <p:grpSpPr>
          <a:xfrm>
            <a:off x="0" y="4370576"/>
            <a:ext cx="9144001" cy="772925"/>
            <a:chOff x="0" y="4370576"/>
            <a:chExt cx="9144001" cy="772925"/>
          </a:xfrm>
        </p:grpSpPr>
        <p:pic>
          <p:nvPicPr>
            <p:cNvPr id="5" name="Google Shape;84;p17">
              <a:extLst>
                <a:ext uri="{FF2B5EF4-FFF2-40B4-BE49-F238E27FC236}">
                  <a16:creationId xmlns:a16="http://schemas.microsoft.com/office/drawing/2014/main" id="{1607DE01-FC1E-D838-9527-908F36FD5917}"/>
                </a:ext>
              </a:extLst>
            </p:cNvPr>
            <p:cNvPicPr preferRelativeResize="0"/>
            <p:nvPr/>
          </p:nvPicPr>
          <p:blipFill rotWithShape="1">
            <a:blip r:embed="rId2">
              <a:alphaModFix amt="29000"/>
            </a:blip>
            <a:srcRect t="140" b="43663"/>
            <a:stretch/>
          </p:blipFill>
          <p:spPr>
            <a:xfrm>
              <a:off x="0" y="4370576"/>
              <a:ext cx="3046476" cy="772925"/>
            </a:xfrm>
            <a:prstGeom prst="rect">
              <a:avLst/>
            </a:prstGeom>
            <a:noFill/>
            <a:ln>
              <a:noFill/>
            </a:ln>
          </p:spPr>
        </p:pic>
        <p:pic>
          <p:nvPicPr>
            <p:cNvPr id="6" name="Google Shape;85;p17">
              <a:extLst>
                <a:ext uri="{FF2B5EF4-FFF2-40B4-BE49-F238E27FC236}">
                  <a16:creationId xmlns:a16="http://schemas.microsoft.com/office/drawing/2014/main" id="{88FF78F3-6BD5-3CD8-7E24-AC5B8B0B2198}"/>
                </a:ext>
              </a:extLst>
            </p:cNvPr>
            <p:cNvPicPr preferRelativeResize="0"/>
            <p:nvPr/>
          </p:nvPicPr>
          <p:blipFill rotWithShape="1">
            <a:blip r:embed="rId3">
              <a:alphaModFix amt="29000"/>
            </a:blip>
            <a:srcRect t="140" b="43663"/>
            <a:stretch/>
          </p:blipFill>
          <p:spPr>
            <a:xfrm>
              <a:off x="3051050" y="4370576"/>
              <a:ext cx="3046476" cy="772925"/>
            </a:xfrm>
            <a:prstGeom prst="rect">
              <a:avLst/>
            </a:prstGeom>
            <a:noFill/>
            <a:ln>
              <a:noFill/>
            </a:ln>
          </p:spPr>
        </p:pic>
        <p:pic>
          <p:nvPicPr>
            <p:cNvPr id="7" name="Google Shape;86;p17">
              <a:extLst>
                <a:ext uri="{FF2B5EF4-FFF2-40B4-BE49-F238E27FC236}">
                  <a16:creationId xmlns:a16="http://schemas.microsoft.com/office/drawing/2014/main" id="{1E93081A-A166-4B47-EDA2-218D8302C989}"/>
                </a:ext>
              </a:extLst>
            </p:cNvPr>
            <p:cNvPicPr preferRelativeResize="0"/>
            <p:nvPr/>
          </p:nvPicPr>
          <p:blipFill rotWithShape="1">
            <a:blip r:embed="rId4">
              <a:alphaModFix amt="29000"/>
            </a:blip>
            <a:srcRect t="140" b="43663"/>
            <a:stretch/>
          </p:blipFill>
          <p:spPr>
            <a:xfrm>
              <a:off x="6097525" y="4370576"/>
              <a:ext cx="3046476" cy="772925"/>
            </a:xfrm>
            <a:prstGeom prst="rect">
              <a:avLst/>
            </a:prstGeom>
            <a:noFill/>
            <a:ln>
              <a:noFill/>
            </a:ln>
          </p:spPr>
        </p:pic>
      </p:grpSp>
      <p:sp>
        <p:nvSpPr>
          <p:cNvPr id="10" name="Google Shape;56;p14">
            <a:extLst>
              <a:ext uri="{FF2B5EF4-FFF2-40B4-BE49-F238E27FC236}">
                <a16:creationId xmlns:a16="http://schemas.microsoft.com/office/drawing/2014/main" id="{54A620E0-8621-EF0A-18C0-D38A782004AC}"/>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1" name="Google Shape;60;p14">
            <a:extLst>
              <a:ext uri="{FF2B5EF4-FFF2-40B4-BE49-F238E27FC236}">
                <a16:creationId xmlns:a16="http://schemas.microsoft.com/office/drawing/2014/main" id="{41217D6D-701F-993A-5525-3D604CE89947}"/>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8" name="TextBox 17">
            <a:extLst>
              <a:ext uri="{FF2B5EF4-FFF2-40B4-BE49-F238E27FC236}">
                <a16:creationId xmlns:a16="http://schemas.microsoft.com/office/drawing/2014/main" id="{E1141377-35BA-F37A-3C19-EE359310027F}"/>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9" name="Google Shape;150;p23">
            <a:extLst>
              <a:ext uri="{FF2B5EF4-FFF2-40B4-BE49-F238E27FC236}">
                <a16:creationId xmlns:a16="http://schemas.microsoft.com/office/drawing/2014/main" id="{051002B5-CE90-971D-6FC1-D35D64D5494F}"/>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 name="Google Shape;83;p17">
            <a:extLst>
              <a:ext uri="{FF2B5EF4-FFF2-40B4-BE49-F238E27FC236}">
                <a16:creationId xmlns:a16="http://schemas.microsoft.com/office/drawing/2014/main" id="{8E990998-ED66-9BFF-4AD1-B1916E7564F8}"/>
              </a:ext>
            </a:extLst>
          </p:cNvPr>
          <p:cNvGrpSpPr/>
          <p:nvPr userDrawn="1"/>
        </p:nvGrpSpPr>
        <p:grpSpPr>
          <a:xfrm>
            <a:off x="0" y="4370576"/>
            <a:ext cx="9144001" cy="772925"/>
            <a:chOff x="0" y="4370576"/>
            <a:chExt cx="9144001" cy="772925"/>
          </a:xfrm>
        </p:grpSpPr>
        <p:pic>
          <p:nvPicPr>
            <p:cNvPr id="21" name="Google Shape;84;p17">
              <a:extLst>
                <a:ext uri="{FF2B5EF4-FFF2-40B4-BE49-F238E27FC236}">
                  <a16:creationId xmlns:a16="http://schemas.microsoft.com/office/drawing/2014/main" id="{2B13A487-2B8D-CD1E-2C43-7B1152EBF3F5}"/>
                </a:ext>
              </a:extLst>
            </p:cNvPr>
            <p:cNvPicPr preferRelativeResize="0"/>
            <p:nvPr/>
          </p:nvPicPr>
          <p:blipFill rotWithShape="1">
            <a:blip r:embed="rId2">
              <a:alphaModFix amt="29000"/>
            </a:blip>
            <a:srcRect t="140" b="43663"/>
            <a:stretch/>
          </p:blipFill>
          <p:spPr>
            <a:xfrm>
              <a:off x="0" y="4370576"/>
              <a:ext cx="3046476" cy="772925"/>
            </a:xfrm>
            <a:prstGeom prst="rect">
              <a:avLst/>
            </a:prstGeom>
            <a:noFill/>
            <a:ln>
              <a:noFill/>
            </a:ln>
          </p:spPr>
        </p:pic>
        <p:pic>
          <p:nvPicPr>
            <p:cNvPr id="22" name="Google Shape;85;p17">
              <a:extLst>
                <a:ext uri="{FF2B5EF4-FFF2-40B4-BE49-F238E27FC236}">
                  <a16:creationId xmlns:a16="http://schemas.microsoft.com/office/drawing/2014/main" id="{5E2C3AC3-E8A1-DA54-7647-782F5B3DC14B}"/>
                </a:ext>
              </a:extLst>
            </p:cNvPr>
            <p:cNvPicPr preferRelativeResize="0"/>
            <p:nvPr/>
          </p:nvPicPr>
          <p:blipFill rotWithShape="1">
            <a:blip r:embed="rId3">
              <a:alphaModFix amt="29000"/>
            </a:blip>
            <a:srcRect t="140" b="43663"/>
            <a:stretch/>
          </p:blipFill>
          <p:spPr>
            <a:xfrm>
              <a:off x="3051050" y="4370576"/>
              <a:ext cx="3046476" cy="772925"/>
            </a:xfrm>
            <a:prstGeom prst="rect">
              <a:avLst/>
            </a:prstGeom>
            <a:noFill/>
            <a:ln>
              <a:noFill/>
            </a:ln>
          </p:spPr>
        </p:pic>
        <p:pic>
          <p:nvPicPr>
            <p:cNvPr id="23" name="Google Shape;86;p17">
              <a:extLst>
                <a:ext uri="{FF2B5EF4-FFF2-40B4-BE49-F238E27FC236}">
                  <a16:creationId xmlns:a16="http://schemas.microsoft.com/office/drawing/2014/main" id="{FE37C141-1978-AB38-D3CF-5CD76FDC4227}"/>
                </a:ext>
              </a:extLst>
            </p:cNvPr>
            <p:cNvPicPr preferRelativeResize="0"/>
            <p:nvPr/>
          </p:nvPicPr>
          <p:blipFill rotWithShape="1">
            <a:blip r:embed="rId4">
              <a:alphaModFix amt="29000"/>
            </a:blip>
            <a:srcRect t="140" b="43663"/>
            <a:stretch/>
          </p:blipFill>
          <p:spPr>
            <a:xfrm>
              <a:off x="6097525" y="4370576"/>
              <a:ext cx="3046476" cy="772925"/>
            </a:xfrm>
            <a:prstGeom prst="rect">
              <a:avLst/>
            </a:prstGeom>
            <a:noFill/>
            <a:ln>
              <a:noFill/>
            </a:ln>
          </p:spPr>
        </p:pic>
      </p:grpSp>
      <p:sp>
        <p:nvSpPr>
          <p:cNvPr id="24" name="Google Shape;56;p14">
            <a:extLst>
              <a:ext uri="{FF2B5EF4-FFF2-40B4-BE49-F238E27FC236}">
                <a16:creationId xmlns:a16="http://schemas.microsoft.com/office/drawing/2014/main" id="{339ADFAA-BDDF-BD34-C197-19C0E0CFF7A4}"/>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5" name="Google Shape;60;p14">
            <a:extLst>
              <a:ext uri="{FF2B5EF4-FFF2-40B4-BE49-F238E27FC236}">
                <a16:creationId xmlns:a16="http://schemas.microsoft.com/office/drawing/2014/main" id="{380DE53C-9A22-F055-5C50-EA25D75F7EE2}"/>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26" name="TextBox 25">
            <a:extLst>
              <a:ext uri="{FF2B5EF4-FFF2-40B4-BE49-F238E27FC236}">
                <a16:creationId xmlns:a16="http://schemas.microsoft.com/office/drawing/2014/main" id="{38D754A8-E591-7ED2-1D84-673ABCE99F6D}"/>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27" name="Google Shape;150;p23">
            <a:extLst>
              <a:ext uri="{FF2B5EF4-FFF2-40B4-BE49-F238E27FC236}">
                <a16:creationId xmlns:a16="http://schemas.microsoft.com/office/drawing/2014/main" id="{5D23803E-5FF3-3DAA-01FF-3BB2651254FF}"/>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1036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Multi-use layout w/ Dotted Arrows">
    <p:spTree>
      <p:nvGrpSpPr>
        <p:cNvPr id="1" name=""/>
        <p:cNvGrpSpPr/>
        <p:nvPr/>
      </p:nvGrpSpPr>
      <p:grpSpPr>
        <a:xfrm>
          <a:off x="0" y="0"/>
          <a:ext cx="0" cy="0"/>
          <a:chOff x="0" y="0"/>
          <a:chExt cx="0" cy="0"/>
        </a:xfrm>
      </p:grpSpPr>
      <p:pic>
        <p:nvPicPr>
          <p:cNvPr id="3" name="Google Shape;95;p18">
            <a:extLst>
              <a:ext uri="{FF2B5EF4-FFF2-40B4-BE49-F238E27FC236}">
                <a16:creationId xmlns:a16="http://schemas.microsoft.com/office/drawing/2014/main" id="{03B0C888-0540-C555-9C13-EB6D2DBFEC45}"/>
              </a:ext>
            </a:extLst>
          </p:cNvPr>
          <p:cNvPicPr preferRelativeResize="0"/>
          <p:nvPr/>
        </p:nvPicPr>
        <p:blipFill rotWithShape="1">
          <a:blip r:embed="rId2">
            <a:alphaModFix/>
          </a:blip>
          <a:srcRect l="22839"/>
          <a:stretch/>
        </p:blipFill>
        <p:spPr>
          <a:xfrm flipH="1">
            <a:off x="7782375" y="2935675"/>
            <a:ext cx="1368150" cy="1931223"/>
          </a:xfrm>
          <a:prstGeom prst="rect">
            <a:avLst/>
          </a:prstGeom>
          <a:noFill/>
          <a:ln>
            <a:noFill/>
          </a:ln>
        </p:spPr>
      </p:pic>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4" name="TextBox 3">
            <a:extLst>
              <a:ext uri="{FF2B5EF4-FFF2-40B4-BE49-F238E27FC236}">
                <a16:creationId xmlns:a16="http://schemas.microsoft.com/office/drawing/2014/main" id="{719A20F0-86D7-3CAD-C7E5-4754BB5C30CE}"/>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5" name="Google Shape;150;p23">
            <a:extLst>
              <a:ext uri="{FF2B5EF4-FFF2-40B4-BE49-F238E27FC236}">
                <a16:creationId xmlns:a16="http://schemas.microsoft.com/office/drawing/2014/main" id="{1D88B5BC-6068-EFDF-5C33-7F7209964012}"/>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itle 1">
            <a:extLst>
              <a:ext uri="{FF2B5EF4-FFF2-40B4-BE49-F238E27FC236}">
                <a16:creationId xmlns:a16="http://schemas.microsoft.com/office/drawing/2014/main" id="{1EAF51E6-96EF-B3C1-4DA3-17930BAB512B}"/>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10" name="Google Shape;58;p14">
            <a:extLst>
              <a:ext uri="{FF2B5EF4-FFF2-40B4-BE49-F238E27FC236}">
                <a16:creationId xmlns:a16="http://schemas.microsoft.com/office/drawing/2014/main" id="{2D475D88-D31F-F168-E0A5-0187D2500A66}"/>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pic>
        <p:nvPicPr>
          <p:cNvPr id="2" name="Google Shape;95;p18">
            <a:extLst>
              <a:ext uri="{FF2B5EF4-FFF2-40B4-BE49-F238E27FC236}">
                <a16:creationId xmlns:a16="http://schemas.microsoft.com/office/drawing/2014/main" id="{DDF70A2E-4B81-520D-2696-A211A745FC65}"/>
              </a:ext>
            </a:extLst>
          </p:cNvPr>
          <p:cNvPicPr preferRelativeResize="0"/>
          <p:nvPr/>
        </p:nvPicPr>
        <p:blipFill rotWithShape="1">
          <a:blip r:embed="rId2">
            <a:alphaModFix/>
          </a:blip>
          <a:srcRect l="22839"/>
          <a:stretch/>
        </p:blipFill>
        <p:spPr>
          <a:xfrm flipH="1">
            <a:off x="7782375" y="2935675"/>
            <a:ext cx="1368150" cy="1931223"/>
          </a:xfrm>
          <a:prstGeom prst="rect">
            <a:avLst/>
          </a:prstGeom>
          <a:noFill/>
          <a:ln>
            <a:noFill/>
          </a:ln>
        </p:spPr>
      </p:pic>
      <p:sp>
        <p:nvSpPr>
          <p:cNvPr id="6" name="Google Shape;56;p14">
            <a:extLst>
              <a:ext uri="{FF2B5EF4-FFF2-40B4-BE49-F238E27FC236}">
                <a16:creationId xmlns:a16="http://schemas.microsoft.com/office/drawing/2014/main" id="{38A5A699-749C-5C00-351D-F22889C7CE37}"/>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1" name="Google Shape;60;p14">
            <a:extLst>
              <a:ext uri="{FF2B5EF4-FFF2-40B4-BE49-F238E27FC236}">
                <a16:creationId xmlns:a16="http://schemas.microsoft.com/office/drawing/2014/main" id="{8B1812A5-B717-F67C-6EC3-EE53EEE7C931}"/>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2" name="TextBox 11">
            <a:extLst>
              <a:ext uri="{FF2B5EF4-FFF2-40B4-BE49-F238E27FC236}">
                <a16:creationId xmlns:a16="http://schemas.microsoft.com/office/drawing/2014/main" id="{DCF753DD-D1B7-0923-287A-CFB849DCFCD0}"/>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3" name="Google Shape;150;p23">
            <a:extLst>
              <a:ext uri="{FF2B5EF4-FFF2-40B4-BE49-F238E27FC236}">
                <a16:creationId xmlns:a16="http://schemas.microsoft.com/office/drawing/2014/main" id="{B7BFA55B-9F7C-4B67-AA6B-D7FCA50E97BE}"/>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 name="Google Shape;95;p18">
            <a:extLst>
              <a:ext uri="{FF2B5EF4-FFF2-40B4-BE49-F238E27FC236}">
                <a16:creationId xmlns:a16="http://schemas.microsoft.com/office/drawing/2014/main" id="{CDF8F840-FDF8-66EC-B9CE-2A2094CCA980}"/>
              </a:ext>
            </a:extLst>
          </p:cNvPr>
          <p:cNvPicPr preferRelativeResize="0"/>
          <p:nvPr userDrawn="1"/>
        </p:nvPicPr>
        <p:blipFill rotWithShape="1">
          <a:blip r:embed="rId2">
            <a:alphaModFix/>
          </a:blip>
          <a:srcRect l="22839"/>
          <a:stretch/>
        </p:blipFill>
        <p:spPr>
          <a:xfrm flipH="1">
            <a:off x="7782375" y="2935675"/>
            <a:ext cx="1368150" cy="1931223"/>
          </a:xfrm>
          <a:prstGeom prst="rect">
            <a:avLst/>
          </a:prstGeom>
          <a:noFill/>
          <a:ln>
            <a:noFill/>
          </a:ln>
        </p:spPr>
      </p:pic>
      <p:sp>
        <p:nvSpPr>
          <p:cNvPr id="15" name="Google Shape;56;p14">
            <a:extLst>
              <a:ext uri="{FF2B5EF4-FFF2-40B4-BE49-F238E27FC236}">
                <a16:creationId xmlns:a16="http://schemas.microsoft.com/office/drawing/2014/main" id="{344E9A5F-674F-B3D6-71D3-1239DAD7D91B}"/>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6" name="Google Shape;60;p14">
            <a:extLst>
              <a:ext uri="{FF2B5EF4-FFF2-40B4-BE49-F238E27FC236}">
                <a16:creationId xmlns:a16="http://schemas.microsoft.com/office/drawing/2014/main" id="{2F8CDAF2-8AA8-5315-AD0C-C1CEFEE347E2}"/>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7" name="TextBox 16">
            <a:extLst>
              <a:ext uri="{FF2B5EF4-FFF2-40B4-BE49-F238E27FC236}">
                <a16:creationId xmlns:a16="http://schemas.microsoft.com/office/drawing/2014/main" id="{FCE6E4EF-8BCA-6836-4E93-D89B8500E190}"/>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8" name="Google Shape;150;p23">
            <a:extLst>
              <a:ext uri="{FF2B5EF4-FFF2-40B4-BE49-F238E27FC236}">
                <a16:creationId xmlns:a16="http://schemas.microsoft.com/office/drawing/2014/main" id="{4436CE4F-8CCB-A721-21E2-A16522FC303C}"/>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0343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One Column Layo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AE7206-111E-8E74-8715-88893424E81D}"/>
              </a:ext>
            </a:extLst>
          </p:cNvPr>
          <p:cNvSpPr>
            <a:spLocks noGrp="1"/>
          </p:cNvSpPr>
          <p:nvPr>
            <p:ph sz="quarter" idx="15"/>
          </p:nvPr>
        </p:nvSpPr>
        <p:spPr>
          <a:xfrm>
            <a:off x="354558" y="1417638"/>
            <a:ext cx="6134100"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3" name="TextBox 12">
            <a:extLst>
              <a:ext uri="{FF2B5EF4-FFF2-40B4-BE49-F238E27FC236}">
                <a16:creationId xmlns:a16="http://schemas.microsoft.com/office/drawing/2014/main" id="{36D19F60-AD96-2D2F-3EC1-2676A02D6100}"/>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5" name="Google Shape;150;p23">
            <a:extLst>
              <a:ext uri="{FF2B5EF4-FFF2-40B4-BE49-F238E27FC236}">
                <a16:creationId xmlns:a16="http://schemas.microsoft.com/office/drawing/2014/main" id="{6103EABF-71D4-1CAA-6899-A91B4F1FE7D1}"/>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itle 1">
            <a:extLst>
              <a:ext uri="{FF2B5EF4-FFF2-40B4-BE49-F238E27FC236}">
                <a16:creationId xmlns:a16="http://schemas.microsoft.com/office/drawing/2014/main" id="{730ED7E6-15CD-1C84-CF70-B773B2CEF89B}"/>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10" name="Google Shape;58;p14">
            <a:extLst>
              <a:ext uri="{FF2B5EF4-FFF2-40B4-BE49-F238E27FC236}">
                <a16:creationId xmlns:a16="http://schemas.microsoft.com/office/drawing/2014/main" id="{C9E5113C-6037-0A13-4702-85D31C1F71CE}"/>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2" name="Google Shape;56;p14">
            <a:extLst>
              <a:ext uri="{FF2B5EF4-FFF2-40B4-BE49-F238E27FC236}">
                <a16:creationId xmlns:a16="http://schemas.microsoft.com/office/drawing/2014/main" id="{8A4BA11C-79A1-A415-4A67-8D622F98A2F3}"/>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4" name="Google Shape;60;p14">
            <a:extLst>
              <a:ext uri="{FF2B5EF4-FFF2-40B4-BE49-F238E27FC236}">
                <a16:creationId xmlns:a16="http://schemas.microsoft.com/office/drawing/2014/main" id="{790A9726-AAAD-549A-E448-1F64ACFF6C13}"/>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5" name="TextBox 4">
            <a:extLst>
              <a:ext uri="{FF2B5EF4-FFF2-40B4-BE49-F238E27FC236}">
                <a16:creationId xmlns:a16="http://schemas.microsoft.com/office/drawing/2014/main" id="{39CC6C9B-1514-71A7-8EE1-366A41F87DF8}"/>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6" name="Google Shape;150;p23">
            <a:extLst>
              <a:ext uri="{FF2B5EF4-FFF2-40B4-BE49-F238E27FC236}">
                <a16:creationId xmlns:a16="http://schemas.microsoft.com/office/drawing/2014/main" id="{8B5A0105-05D6-4881-0CC3-EDEED23F1994}"/>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6;p14">
            <a:extLst>
              <a:ext uri="{FF2B5EF4-FFF2-40B4-BE49-F238E27FC236}">
                <a16:creationId xmlns:a16="http://schemas.microsoft.com/office/drawing/2014/main" id="{DB9B723B-0128-26C1-C4B8-1F0F4FDBC972}"/>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2" name="Google Shape;60;p14">
            <a:extLst>
              <a:ext uri="{FF2B5EF4-FFF2-40B4-BE49-F238E27FC236}">
                <a16:creationId xmlns:a16="http://schemas.microsoft.com/office/drawing/2014/main" id="{7A80A74E-5569-B786-1853-CC257A485248}"/>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4" name="TextBox 13">
            <a:extLst>
              <a:ext uri="{FF2B5EF4-FFF2-40B4-BE49-F238E27FC236}">
                <a16:creationId xmlns:a16="http://schemas.microsoft.com/office/drawing/2014/main" id="{3C36EB36-8D85-88C2-5D0E-4B558F5F9FCA}"/>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6" name="Google Shape;150;p23">
            <a:extLst>
              <a:ext uri="{FF2B5EF4-FFF2-40B4-BE49-F238E27FC236}">
                <a16:creationId xmlns:a16="http://schemas.microsoft.com/office/drawing/2014/main" id="{0A72A949-B6A4-D3B5-BBEC-02C5FE3D318F}"/>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6589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One Column Layout_image">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3" name="TextBox 12">
            <a:extLst>
              <a:ext uri="{FF2B5EF4-FFF2-40B4-BE49-F238E27FC236}">
                <a16:creationId xmlns:a16="http://schemas.microsoft.com/office/drawing/2014/main" id="{36D19F60-AD96-2D2F-3EC1-2676A02D6100}"/>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5" name="Google Shape;150;p23">
            <a:extLst>
              <a:ext uri="{FF2B5EF4-FFF2-40B4-BE49-F238E27FC236}">
                <a16:creationId xmlns:a16="http://schemas.microsoft.com/office/drawing/2014/main" id="{6103EABF-71D4-1CAA-6899-A91B4F1FE7D1}"/>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itle 1">
            <a:extLst>
              <a:ext uri="{FF2B5EF4-FFF2-40B4-BE49-F238E27FC236}">
                <a16:creationId xmlns:a16="http://schemas.microsoft.com/office/drawing/2014/main" id="{730ED7E6-15CD-1C84-CF70-B773B2CEF89B}"/>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10" name="Google Shape;58;p14">
            <a:extLst>
              <a:ext uri="{FF2B5EF4-FFF2-40B4-BE49-F238E27FC236}">
                <a16:creationId xmlns:a16="http://schemas.microsoft.com/office/drawing/2014/main" id="{C9E5113C-6037-0A13-4702-85D31C1F71CE}"/>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2" name="Content Placeholder 6">
            <a:extLst>
              <a:ext uri="{FF2B5EF4-FFF2-40B4-BE49-F238E27FC236}">
                <a16:creationId xmlns:a16="http://schemas.microsoft.com/office/drawing/2014/main" id="{CFADCA40-D16E-9257-54E2-B895AD6CCFB6}"/>
              </a:ext>
            </a:extLst>
          </p:cNvPr>
          <p:cNvSpPr>
            <a:spLocks noGrp="1"/>
          </p:cNvSpPr>
          <p:nvPr>
            <p:ph sz="quarter" idx="10" hasCustomPrompt="1"/>
          </p:nvPr>
        </p:nvSpPr>
        <p:spPr>
          <a:xfrm>
            <a:off x="4686300" y="1417298"/>
            <a:ext cx="4038600" cy="3288052"/>
          </a:xfrm>
          <a:prstGeom prst="rect">
            <a:avLst/>
          </a:prstGeom>
          <a:solidFill>
            <a:schemeClr val="tx1">
              <a:lumMod val="10000"/>
              <a:lumOff val="90000"/>
            </a:schemeClr>
          </a:solidFill>
        </p:spPr>
        <p:txBody>
          <a:bodyPr>
            <a:noAutofit/>
          </a:bodyPr>
          <a:lstStyle>
            <a:lvl1pPr marL="0" indent="0">
              <a:buNone/>
              <a:defRPr/>
            </a:lvl1pPr>
          </a:lstStyle>
          <a:p>
            <a:pPr lvl="0"/>
            <a:r>
              <a:rPr lang="en-US" dirty="0"/>
              <a:t>Placeholder</a:t>
            </a:r>
          </a:p>
        </p:txBody>
      </p:sp>
      <p:sp>
        <p:nvSpPr>
          <p:cNvPr id="3" name="Content Placeholder 2">
            <a:extLst>
              <a:ext uri="{FF2B5EF4-FFF2-40B4-BE49-F238E27FC236}">
                <a16:creationId xmlns:a16="http://schemas.microsoft.com/office/drawing/2014/main" id="{3A6E3AF0-85EA-67AC-5A6A-F7B588F6CE4F}"/>
              </a:ext>
            </a:extLst>
          </p:cNvPr>
          <p:cNvSpPr>
            <a:spLocks noGrp="1"/>
          </p:cNvSpPr>
          <p:nvPr>
            <p:ph sz="quarter" idx="15"/>
          </p:nvPr>
        </p:nvSpPr>
        <p:spPr>
          <a:xfrm>
            <a:off x="354559" y="1417638"/>
            <a:ext cx="4000502"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Google Shape;56;p14">
            <a:extLst>
              <a:ext uri="{FF2B5EF4-FFF2-40B4-BE49-F238E27FC236}">
                <a16:creationId xmlns:a16="http://schemas.microsoft.com/office/drawing/2014/main" id="{02A30053-F9BE-6C74-8159-F7CEC44C9458}"/>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5" name="Google Shape;60;p14">
            <a:extLst>
              <a:ext uri="{FF2B5EF4-FFF2-40B4-BE49-F238E27FC236}">
                <a16:creationId xmlns:a16="http://schemas.microsoft.com/office/drawing/2014/main" id="{F6F912F1-CEE1-ACFC-31DC-9DDAE1A1A028}"/>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6" name="TextBox 5">
            <a:extLst>
              <a:ext uri="{FF2B5EF4-FFF2-40B4-BE49-F238E27FC236}">
                <a16:creationId xmlns:a16="http://schemas.microsoft.com/office/drawing/2014/main" id="{95259916-6B51-696A-298B-52C9B3E54070}"/>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1" name="Google Shape;150;p23">
            <a:extLst>
              <a:ext uri="{FF2B5EF4-FFF2-40B4-BE49-F238E27FC236}">
                <a16:creationId xmlns:a16="http://schemas.microsoft.com/office/drawing/2014/main" id="{13489379-00F9-EB44-9FDD-A21006CFC0C4}"/>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6;p14">
            <a:extLst>
              <a:ext uri="{FF2B5EF4-FFF2-40B4-BE49-F238E27FC236}">
                <a16:creationId xmlns:a16="http://schemas.microsoft.com/office/drawing/2014/main" id="{29D8D9DA-CB44-4118-7070-2A802AB21B64}"/>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60;p14">
            <a:extLst>
              <a:ext uri="{FF2B5EF4-FFF2-40B4-BE49-F238E27FC236}">
                <a16:creationId xmlns:a16="http://schemas.microsoft.com/office/drawing/2014/main" id="{3DC34F9F-FB7E-AF66-55C7-4BA2B2C257B9}"/>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6" name="TextBox 15">
            <a:extLst>
              <a:ext uri="{FF2B5EF4-FFF2-40B4-BE49-F238E27FC236}">
                <a16:creationId xmlns:a16="http://schemas.microsoft.com/office/drawing/2014/main" id="{571BAAE7-C736-35C4-4B3A-61169EC6102E}"/>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7" name="Google Shape;150;p23">
            <a:extLst>
              <a:ext uri="{FF2B5EF4-FFF2-40B4-BE49-F238E27FC236}">
                <a16:creationId xmlns:a16="http://schemas.microsoft.com/office/drawing/2014/main" id="{AA17DE53-16EB-88DF-E288-2B6F96140A2B}"/>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7355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lumn Layout">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5" name="Google Shape;150;p23">
            <a:extLst>
              <a:ext uri="{FF2B5EF4-FFF2-40B4-BE49-F238E27FC236}">
                <a16:creationId xmlns:a16="http://schemas.microsoft.com/office/drawing/2014/main" id="{F2562AB0-2C2A-E4DE-D135-FE457A8254C8}"/>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itle 1">
            <a:extLst>
              <a:ext uri="{FF2B5EF4-FFF2-40B4-BE49-F238E27FC236}">
                <a16:creationId xmlns:a16="http://schemas.microsoft.com/office/drawing/2014/main" id="{DC2586E7-99A1-1FA6-3303-D3BD6DF82FB2}"/>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7" name="Google Shape;58;p14">
            <a:extLst>
              <a:ext uri="{FF2B5EF4-FFF2-40B4-BE49-F238E27FC236}">
                <a16:creationId xmlns:a16="http://schemas.microsoft.com/office/drawing/2014/main" id="{6BFE870A-5F41-223D-D1F6-7F9996682487}"/>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2" name="Content Placeholder 2">
            <a:extLst>
              <a:ext uri="{FF2B5EF4-FFF2-40B4-BE49-F238E27FC236}">
                <a16:creationId xmlns:a16="http://schemas.microsoft.com/office/drawing/2014/main" id="{DC0A53BB-4BFA-5028-7BF6-B3B8EC5A9BF4}"/>
              </a:ext>
            </a:extLst>
          </p:cNvPr>
          <p:cNvSpPr>
            <a:spLocks noGrp="1"/>
          </p:cNvSpPr>
          <p:nvPr>
            <p:ph sz="quarter" idx="16"/>
          </p:nvPr>
        </p:nvSpPr>
        <p:spPr>
          <a:xfrm>
            <a:off x="354559" y="1417638"/>
            <a:ext cx="4000502"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a:extLst>
              <a:ext uri="{FF2B5EF4-FFF2-40B4-BE49-F238E27FC236}">
                <a16:creationId xmlns:a16="http://schemas.microsoft.com/office/drawing/2014/main" id="{C54F6331-3B9D-C7BA-48C7-A73E9440A6E3}"/>
              </a:ext>
            </a:extLst>
          </p:cNvPr>
          <p:cNvSpPr>
            <a:spLocks noGrp="1"/>
          </p:cNvSpPr>
          <p:nvPr>
            <p:ph sz="quarter" idx="17"/>
          </p:nvPr>
        </p:nvSpPr>
        <p:spPr>
          <a:xfrm>
            <a:off x="4686299" y="1417298"/>
            <a:ext cx="4038599"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Google Shape;56;p14">
            <a:extLst>
              <a:ext uri="{FF2B5EF4-FFF2-40B4-BE49-F238E27FC236}">
                <a16:creationId xmlns:a16="http://schemas.microsoft.com/office/drawing/2014/main" id="{57A81272-0B0D-7EA8-C67A-BC676EC74A46}"/>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60;p14">
            <a:extLst>
              <a:ext uri="{FF2B5EF4-FFF2-40B4-BE49-F238E27FC236}">
                <a16:creationId xmlns:a16="http://schemas.microsoft.com/office/drawing/2014/main" id="{ED7AF5AF-771A-D5BB-DABB-C26A2FC3F871}"/>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0" name="TextBox 9">
            <a:extLst>
              <a:ext uri="{FF2B5EF4-FFF2-40B4-BE49-F238E27FC236}">
                <a16:creationId xmlns:a16="http://schemas.microsoft.com/office/drawing/2014/main" id="{7CC7323E-7767-47C9-AD08-E60D04A34FA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2" name="Google Shape;150;p23">
            <a:extLst>
              <a:ext uri="{FF2B5EF4-FFF2-40B4-BE49-F238E27FC236}">
                <a16:creationId xmlns:a16="http://schemas.microsoft.com/office/drawing/2014/main" id="{9F911B4E-6E94-8EC5-A12C-03C8DD615B70}"/>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6;p14">
            <a:extLst>
              <a:ext uri="{FF2B5EF4-FFF2-40B4-BE49-F238E27FC236}">
                <a16:creationId xmlns:a16="http://schemas.microsoft.com/office/drawing/2014/main" id="{03B84F34-4663-0C55-7ACC-E2AFFD6FFC65}"/>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60;p14">
            <a:extLst>
              <a:ext uri="{FF2B5EF4-FFF2-40B4-BE49-F238E27FC236}">
                <a16:creationId xmlns:a16="http://schemas.microsoft.com/office/drawing/2014/main" id="{CD534A47-839D-FC61-1857-7E5289376251}"/>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6" name="TextBox 15">
            <a:extLst>
              <a:ext uri="{FF2B5EF4-FFF2-40B4-BE49-F238E27FC236}">
                <a16:creationId xmlns:a16="http://schemas.microsoft.com/office/drawing/2014/main" id="{21C7578E-F73F-348C-B3E7-5F8B63EDECAB}"/>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7" name="Google Shape;150;p23">
            <a:extLst>
              <a:ext uri="{FF2B5EF4-FFF2-40B4-BE49-F238E27FC236}">
                <a16:creationId xmlns:a16="http://schemas.microsoft.com/office/drawing/2014/main" id="{6BE7478B-E68B-86A9-3136-AC59AE375D91}"/>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5891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 Layout w/ Titles">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6" name="Content Placeholder 13">
            <a:extLst>
              <a:ext uri="{FF2B5EF4-FFF2-40B4-BE49-F238E27FC236}">
                <a16:creationId xmlns:a16="http://schemas.microsoft.com/office/drawing/2014/main" id="{E616F3B1-E663-A9DF-9131-45660F7FCDCC}"/>
              </a:ext>
            </a:extLst>
          </p:cNvPr>
          <p:cNvSpPr>
            <a:spLocks noGrp="1"/>
          </p:cNvSpPr>
          <p:nvPr>
            <p:ph sz="quarter" idx="17"/>
          </p:nvPr>
        </p:nvSpPr>
        <p:spPr>
          <a:xfrm>
            <a:off x="354558" y="1346357"/>
            <a:ext cx="4014908" cy="387350"/>
          </a:xfrm>
          <a:prstGeom prst="rect">
            <a:avLst/>
          </a:prstGeom>
        </p:spPr>
        <p:txBody>
          <a:bodyPr bIns="0" anchor="b">
            <a:noAutofit/>
          </a:bodyPr>
          <a:lstStyle>
            <a:lvl1pPr marL="0" indent="0">
              <a:buNone/>
              <a:defRPr sz="1800" b="1">
                <a:solidFill>
                  <a:schemeClr val="tx2"/>
                </a:solidFill>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F2438672-D28B-4F9B-886C-CE292E9642E5}"/>
              </a:ext>
            </a:extLst>
          </p:cNvPr>
          <p:cNvSpPr>
            <a:spLocks noGrp="1"/>
          </p:cNvSpPr>
          <p:nvPr>
            <p:ph sz="quarter" idx="18"/>
          </p:nvPr>
        </p:nvSpPr>
        <p:spPr>
          <a:xfrm>
            <a:off x="4690138" y="1346357"/>
            <a:ext cx="4034761" cy="387350"/>
          </a:xfrm>
          <a:prstGeom prst="rect">
            <a:avLst/>
          </a:prstGeom>
        </p:spPr>
        <p:txBody>
          <a:bodyPr bIns="0" anchor="b">
            <a:noAutofit/>
          </a:bodyPr>
          <a:lstStyle>
            <a:lvl1pPr marL="0" indent="0">
              <a:buNone/>
              <a:defRPr sz="1800" b="1">
                <a:solidFill>
                  <a:schemeClr val="tx2"/>
                </a:solidFill>
              </a:defRPr>
            </a:lvl1pPr>
          </a:lstStyle>
          <a:p>
            <a:pPr lvl="0"/>
            <a:r>
              <a:rPr lang="en-US"/>
              <a:t>Click to edit Master text styles</a:t>
            </a:r>
          </a:p>
        </p:txBody>
      </p:sp>
      <p:sp>
        <p:nvSpPr>
          <p:cNvPr id="18" name="Google Shape;150;p23">
            <a:extLst>
              <a:ext uri="{FF2B5EF4-FFF2-40B4-BE49-F238E27FC236}">
                <a16:creationId xmlns:a16="http://schemas.microsoft.com/office/drawing/2014/main" id="{0BC63F7D-82A0-CBDC-D115-1AAFC01BC11F}"/>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itle 1">
            <a:extLst>
              <a:ext uri="{FF2B5EF4-FFF2-40B4-BE49-F238E27FC236}">
                <a16:creationId xmlns:a16="http://schemas.microsoft.com/office/drawing/2014/main" id="{8A5DB8A7-4AAA-D584-DD95-6AC1BEA53636}"/>
              </a:ext>
            </a:extLst>
          </p:cNvPr>
          <p:cNvSpPr>
            <a:spLocks noGrp="1"/>
          </p:cNvSpPr>
          <p:nvPr>
            <p:ph type="title"/>
          </p:nvPr>
        </p:nvSpPr>
        <p:spPr>
          <a:xfrm>
            <a:off x="354558" y="291988"/>
            <a:ext cx="8370340" cy="473131"/>
          </a:xfrm>
        </p:spPr>
        <p:txBody>
          <a:bodyPr bIns="0">
            <a:noAutofit/>
          </a:bodyPr>
          <a:lstStyle>
            <a:lvl1pPr>
              <a:defRPr sz="2600" b="1"/>
            </a:lvl1pPr>
          </a:lstStyle>
          <a:p>
            <a:r>
              <a:rPr lang="en-US"/>
              <a:t>Click to edit Master title style</a:t>
            </a:r>
            <a:endParaRPr lang="en-US" dirty="0"/>
          </a:p>
        </p:txBody>
      </p:sp>
      <p:sp>
        <p:nvSpPr>
          <p:cNvPr id="7" name="Google Shape;58;p14">
            <a:extLst>
              <a:ext uri="{FF2B5EF4-FFF2-40B4-BE49-F238E27FC236}">
                <a16:creationId xmlns:a16="http://schemas.microsoft.com/office/drawing/2014/main" id="{25056249-D4CC-B0C4-7638-C51976B5A9BF}"/>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3" name="Content Placeholder 2">
            <a:extLst>
              <a:ext uri="{FF2B5EF4-FFF2-40B4-BE49-F238E27FC236}">
                <a16:creationId xmlns:a16="http://schemas.microsoft.com/office/drawing/2014/main" id="{06BE0279-1EAC-5CF5-CE87-124102BB9F4E}"/>
              </a:ext>
            </a:extLst>
          </p:cNvPr>
          <p:cNvSpPr>
            <a:spLocks noGrp="1"/>
          </p:cNvSpPr>
          <p:nvPr>
            <p:ph sz="quarter" idx="16"/>
          </p:nvPr>
        </p:nvSpPr>
        <p:spPr>
          <a:xfrm>
            <a:off x="354558" y="1741730"/>
            <a:ext cx="4000502" cy="2963619"/>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a:extLst>
              <a:ext uri="{FF2B5EF4-FFF2-40B4-BE49-F238E27FC236}">
                <a16:creationId xmlns:a16="http://schemas.microsoft.com/office/drawing/2014/main" id="{956A83AF-5618-0645-9CE7-56FB178E5009}"/>
              </a:ext>
            </a:extLst>
          </p:cNvPr>
          <p:cNvSpPr>
            <a:spLocks noGrp="1"/>
          </p:cNvSpPr>
          <p:nvPr>
            <p:ph sz="quarter" idx="19"/>
          </p:nvPr>
        </p:nvSpPr>
        <p:spPr>
          <a:xfrm>
            <a:off x="4686300" y="1741390"/>
            <a:ext cx="4038599" cy="2963619"/>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Google Shape;56;p14">
            <a:extLst>
              <a:ext uri="{FF2B5EF4-FFF2-40B4-BE49-F238E27FC236}">
                <a16:creationId xmlns:a16="http://schemas.microsoft.com/office/drawing/2014/main" id="{06B5ED86-1747-0309-4FE5-9B80636FD945}"/>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60;p14">
            <a:extLst>
              <a:ext uri="{FF2B5EF4-FFF2-40B4-BE49-F238E27FC236}">
                <a16:creationId xmlns:a16="http://schemas.microsoft.com/office/drawing/2014/main" id="{D1DC2C10-6939-2808-229F-5078843CB221}"/>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0" name="TextBox 9">
            <a:extLst>
              <a:ext uri="{FF2B5EF4-FFF2-40B4-BE49-F238E27FC236}">
                <a16:creationId xmlns:a16="http://schemas.microsoft.com/office/drawing/2014/main" id="{18231CB4-9FF2-267C-39E0-44DA97F8C431}"/>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2" name="Google Shape;150;p23">
            <a:extLst>
              <a:ext uri="{FF2B5EF4-FFF2-40B4-BE49-F238E27FC236}">
                <a16:creationId xmlns:a16="http://schemas.microsoft.com/office/drawing/2014/main" id="{6F167926-D354-37E5-1232-F5842862CDE7}"/>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6;p14">
            <a:extLst>
              <a:ext uri="{FF2B5EF4-FFF2-40B4-BE49-F238E27FC236}">
                <a16:creationId xmlns:a16="http://schemas.microsoft.com/office/drawing/2014/main" id="{AB04B415-3D02-C2E3-1593-1E07F2E05E65}"/>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60;p14">
            <a:extLst>
              <a:ext uri="{FF2B5EF4-FFF2-40B4-BE49-F238E27FC236}">
                <a16:creationId xmlns:a16="http://schemas.microsoft.com/office/drawing/2014/main" id="{EE13F9F8-AAF9-E77D-DE61-8F9F63420B62}"/>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5" name="TextBox 14">
            <a:extLst>
              <a:ext uri="{FF2B5EF4-FFF2-40B4-BE49-F238E27FC236}">
                <a16:creationId xmlns:a16="http://schemas.microsoft.com/office/drawing/2014/main" id="{28D84BF3-8345-E0C7-3904-6736839760E0}"/>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9" name="Google Shape;150;p23">
            <a:extLst>
              <a:ext uri="{FF2B5EF4-FFF2-40B4-BE49-F238E27FC236}">
                <a16:creationId xmlns:a16="http://schemas.microsoft.com/office/drawing/2014/main" id="{1E2BEE14-A195-BDC6-EB10-0BD1656B7E74}"/>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0233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lumn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ABC94D15-DA55-0A94-A624-764033AF1767}"/>
              </a:ext>
            </a:extLst>
          </p:cNvPr>
          <p:cNvSpPr>
            <a:spLocks noGrp="1"/>
          </p:cNvSpPr>
          <p:nvPr>
            <p:ph sz="quarter" idx="18"/>
          </p:nvPr>
        </p:nvSpPr>
        <p:spPr>
          <a:xfrm>
            <a:off x="354558" y="1414463"/>
            <a:ext cx="2578958"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a:extLst>
              <a:ext uri="{FF2B5EF4-FFF2-40B4-BE49-F238E27FC236}">
                <a16:creationId xmlns:a16="http://schemas.microsoft.com/office/drawing/2014/main" id="{56874374-02FD-810C-7DE6-2238086673A1}"/>
              </a:ext>
            </a:extLst>
          </p:cNvPr>
          <p:cNvSpPr>
            <a:spLocks noGrp="1"/>
          </p:cNvSpPr>
          <p:nvPr>
            <p:ph sz="quarter" idx="19"/>
          </p:nvPr>
        </p:nvSpPr>
        <p:spPr>
          <a:xfrm>
            <a:off x="3184114" y="1414463"/>
            <a:ext cx="2682144"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2" name="Google Shape;150;p23">
            <a:extLst>
              <a:ext uri="{FF2B5EF4-FFF2-40B4-BE49-F238E27FC236}">
                <a16:creationId xmlns:a16="http://schemas.microsoft.com/office/drawing/2014/main" id="{F5EB19C4-8C05-9D47-ECB4-5F028060DAC9}"/>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itle 1">
            <a:extLst>
              <a:ext uri="{FF2B5EF4-FFF2-40B4-BE49-F238E27FC236}">
                <a16:creationId xmlns:a16="http://schemas.microsoft.com/office/drawing/2014/main" id="{5E0DB5C6-EFB4-2DA6-52E3-29AFDB2C83E5}"/>
              </a:ext>
            </a:extLst>
          </p:cNvPr>
          <p:cNvSpPr>
            <a:spLocks noGrp="1"/>
          </p:cNvSpPr>
          <p:nvPr>
            <p:ph type="title"/>
          </p:nvPr>
        </p:nvSpPr>
        <p:spPr>
          <a:xfrm>
            <a:off x="354558" y="291988"/>
            <a:ext cx="8370340" cy="473131"/>
          </a:xfrm>
        </p:spPr>
        <p:txBody>
          <a:bodyPr bIns="0">
            <a:noAutofit/>
          </a:bodyPr>
          <a:lstStyle>
            <a:lvl1pPr>
              <a:defRPr sz="2600" b="1"/>
            </a:lvl1pPr>
          </a:lstStyle>
          <a:p>
            <a:r>
              <a:rPr lang="en-US"/>
              <a:t>Click to edit Master title style</a:t>
            </a:r>
            <a:endParaRPr lang="en-US" dirty="0"/>
          </a:p>
        </p:txBody>
      </p:sp>
      <p:sp>
        <p:nvSpPr>
          <p:cNvPr id="10" name="Google Shape;58;p14">
            <a:extLst>
              <a:ext uri="{FF2B5EF4-FFF2-40B4-BE49-F238E27FC236}">
                <a16:creationId xmlns:a16="http://schemas.microsoft.com/office/drawing/2014/main" id="{ED42C494-7245-E368-BA28-1C37B04D4F12}"/>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2" name="Content Placeholder 6">
            <a:extLst>
              <a:ext uri="{FF2B5EF4-FFF2-40B4-BE49-F238E27FC236}">
                <a16:creationId xmlns:a16="http://schemas.microsoft.com/office/drawing/2014/main" id="{7505ACA3-134F-4318-69FC-79B44FA2BA05}"/>
              </a:ext>
            </a:extLst>
          </p:cNvPr>
          <p:cNvSpPr>
            <a:spLocks noGrp="1"/>
          </p:cNvSpPr>
          <p:nvPr>
            <p:ph sz="quarter" idx="10" hasCustomPrompt="1"/>
          </p:nvPr>
        </p:nvSpPr>
        <p:spPr>
          <a:xfrm>
            <a:off x="6116857" y="1417298"/>
            <a:ext cx="2608042" cy="3288052"/>
          </a:xfrm>
          <a:prstGeom prst="rect">
            <a:avLst/>
          </a:prstGeom>
          <a:solidFill>
            <a:schemeClr val="tx1">
              <a:lumMod val="10000"/>
              <a:lumOff val="90000"/>
            </a:schemeClr>
          </a:solidFill>
        </p:spPr>
        <p:txBody>
          <a:bodyPr>
            <a:noAutofit/>
          </a:bodyPr>
          <a:lstStyle>
            <a:lvl1pPr marL="0" indent="0">
              <a:buNone/>
              <a:defRPr/>
            </a:lvl1pPr>
          </a:lstStyle>
          <a:p>
            <a:pPr lvl="0"/>
            <a:r>
              <a:rPr lang="en-US" dirty="0"/>
              <a:t>Placeholder</a:t>
            </a:r>
          </a:p>
        </p:txBody>
      </p:sp>
      <p:sp>
        <p:nvSpPr>
          <p:cNvPr id="3" name="Google Shape;56;p14">
            <a:extLst>
              <a:ext uri="{FF2B5EF4-FFF2-40B4-BE49-F238E27FC236}">
                <a16:creationId xmlns:a16="http://schemas.microsoft.com/office/drawing/2014/main" id="{1C2A9179-09F5-169A-AC69-C9403D5A1391}"/>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4" name="Google Shape;60;p14">
            <a:extLst>
              <a:ext uri="{FF2B5EF4-FFF2-40B4-BE49-F238E27FC236}">
                <a16:creationId xmlns:a16="http://schemas.microsoft.com/office/drawing/2014/main" id="{661AEE39-F633-3F6C-1ABD-151C26156E80}"/>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6" name="TextBox 5">
            <a:extLst>
              <a:ext uri="{FF2B5EF4-FFF2-40B4-BE49-F238E27FC236}">
                <a16:creationId xmlns:a16="http://schemas.microsoft.com/office/drawing/2014/main" id="{1F669994-0960-CEAE-0CF2-CE73419BE7A7}"/>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4" name="Google Shape;150;p23">
            <a:extLst>
              <a:ext uri="{FF2B5EF4-FFF2-40B4-BE49-F238E27FC236}">
                <a16:creationId xmlns:a16="http://schemas.microsoft.com/office/drawing/2014/main" id="{53F8D4D6-1C9B-B4CD-8AF2-79D8614B324D}"/>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6;p14">
            <a:extLst>
              <a:ext uri="{FF2B5EF4-FFF2-40B4-BE49-F238E27FC236}">
                <a16:creationId xmlns:a16="http://schemas.microsoft.com/office/drawing/2014/main" id="{AA8C11D4-CB8C-E542-CC5F-8F794C87AADB}"/>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6" name="Google Shape;60;p14">
            <a:extLst>
              <a:ext uri="{FF2B5EF4-FFF2-40B4-BE49-F238E27FC236}">
                <a16:creationId xmlns:a16="http://schemas.microsoft.com/office/drawing/2014/main" id="{BAE109D5-14D1-974B-F50A-D9D3B43E7D30}"/>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7" name="TextBox 16">
            <a:extLst>
              <a:ext uri="{FF2B5EF4-FFF2-40B4-BE49-F238E27FC236}">
                <a16:creationId xmlns:a16="http://schemas.microsoft.com/office/drawing/2014/main" id="{63D627E2-37C3-525E-838F-1E83BCB2D3C5}"/>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8" name="Google Shape;150;p23">
            <a:extLst>
              <a:ext uri="{FF2B5EF4-FFF2-40B4-BE49-F238E27FC236}">
                <a16:creationId xmlns:a16="http://schemas.microsoft.com/office/drawing/2014/main" id="{392DB415-F172-8B06-81C9-291F4EA98E78}"/>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2822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ree Column Layout">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2" name="Google Shape;150;p23">
            <a:extLst>
              <a:ext uri="{FF2B5EF4-FFF2-40B4-BE49-F238E27FC236}">
                <a16:creationId xmlns:a16="http://schemas.microsoft.com/office/drawing/2014/main" id="{F5EB19C4-8C05-9D47-ECB4-5F028060DAC9}"/>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itle 1">
            <a:extLst>
              <a:ext uri="{FF2B5EF4-FFF2-40B4-BE49-F238E27FC236}">
                <a16:creationId xmlns:a16="http://schemas.microsoft.com/office/drawing/2014/main" id="{5E0DB5C6-EFB4-2DA6-52E3-29AFDB2C83E5}"/>
              </a:ext>
            </a:extLst>
          </p:cNvPr>
          <p:cNvSpPr>
            <a:spLocks noGrp="1"/>
          </p:cNvSpPr>
          <p:nvPr>
            <p:ph type="title"/>
          </p:nvPr>
        </p:nvSpPr>
        <p:spPr>
          <a:xfrm>
            <a:off x="354558" y="291988"/>
            <a:ext cx="8370340" cy="473131"/>
          </a:xfrm>
        </p:spPr>
        <p:txBody>
          <a:bodyPr bIns="0">
            <a:noAutofit/>
          </a:bodyPr>
          <a:lstStyle>
            <a:lvl1pPr>
              <a:defRPr sz="2600" b="1"/>
            </a:lvl1pPr>
          </a:lstStyle>
          <a:p>
            <a:r>
              <a:rPr lang="en-US"/>
              <a:t>Click to edit Master title style</a:t>
            </a:r>
            <a:endParaRPr lang="en-US" dirty="0"/>
          </a:p>
        </p:txBody>
      </p:sp>
      <p:sp>
        <p:nvSpPr>
          <p:cNvPr id="10" name="Google Shape;58;p14">
            <a:extLst>
              <a:ext uri="{FF2B5EF4-FFF2-40B4-BE49-F238E27FC236}">
                <a16:creationId xmlns:a16="http://schemas.microsoft.com/office/drawing/2014/main" id="{ED42C494-7245-E368-BA28-1C37B04D4F12}"/>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2" name="Content Placeholder 2">
            <a:extLst>
              <a:ext uri="{FF2B5EF4-FFF2-40B4-BE49-F238E27FC236}">
                <a16:creationId xmlns:a16="http://schemas.microsoft.com/office/drawing/2014/main" id="{5A0E17D0-FB89-4ABE-A559-395814A714B3}"/>
              </a:ext>
            </a:extLst>
          </p:cNvPr>
          <p:cNvSpPr>
            <a:spLocks noGrp="1"/>
          </p:cNvSpPr>
          <p:nvPr>
            <p:ph sz="quarter" idx="19"/>
          </p:nvPr>
        </p:nvSpPr>
        <p:spPr>
          <a:xfrm>
            <a:off x="354558" y="1416357"/>
            <a:ext cx="2578958"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D999F8D7-3483-C258-2B50-74CCF4D42F44}"/>
              </a:ext>
            </a:extLst>
          </p:cNvPr>
          <p:cNvSpPr>
            <a:spLocks noGrp="1"/>
          </p:cNvSpPr>
          <p:nvPr>
            <p:ph sz="quarter" idx="20"/>
          </p:nvPr>
        </p:nvSpPr>
        <p:spPr>
          <a:xfrm>
            <a:off x="3179607" y="1416357"/>
            <a:ext cx="2682144"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a:extLst>
              <a:ext uri="{FF2B5EF4-FFF2-40B4-BE49-F238E27FC236}">
                <a16:creationId xmlns:a16="http://schemas.microsoft.com/office/drawing/2014/main" id="{AF3EA4A7-FF2A-02C9-D9F7-4E7B48069A1A}"/>
              </a:ext>
            </a:extLst>
          </p:cNvPr>
          <p:cNvSpPr>
            <a:spLocks noGrp="1"/>
          </p:cNvSpPr>
          <p:nvPr>
            <p:ph sz="quarter" idx="21"/>
          </p:nvPr>
        </p:nvSpPr>
        <p:spPr>
          <a:xfrm>
            <a:off x="6107842" y="1416017"/>
            <a:ext cx="2617057"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Google Shape;56;p14">
            <a:extLst>
              <a:ext uri="{FF2B5EF4-FFF2-40B4-BE49-F238E27FC236}">
                <a16:creationId xmlns:a16="http://schemas.microsoft.com/office/drawing/2014/main" id="{D42D73F2-4827-2412-B5CE-791F0414E408}"/>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60;p14">
            <a:extLst>
              <a:ext uri="{FF2B5EF4-FFF2-40B4-BE49-F238E27FC236}">
                <a16:creationId xmlns:a16="http://schemas.microsoft.com/office/drawing/2014/main" id="{633178C7-A9FC-3975-EBE8-9ECCB001CB95}"/>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3" name="TextBox 12">
            <a:extLst>
              <a:ext uri="{FF2B5EF4-FFF2-40B4-BE49-F238E27FC236}">
                <a16:creationId xmlns:a16="http://schemas.microsoft.com/office/drawing/2014/main" id="{3489CD25-F120-9A11-A395-61007822DF54}"/>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4" name="Google Shape;150;p23">
            <a:extLst>
              <a:ext uri="{FF2B5EF4-FFF2-40B4-BE49-F238E27FC236}">
                <a16:creationId xmlns:a16="http://schemas.microsoft.com/office/drawing/2014/main" id="{FD8F279E-1539-9F0E-F73E-7715CC10D8A9}"/>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6;p14">
            <a:extLst>
              <a:ext uri="{FF2B5EF4-FFF2-40B4-BE49-F238E27FC236}">
                <a16:creationId xmlns:a16="http://schemas.microsoft.com/office/drawing/2014/main" id="{D7AED601-71D3-4AF9-9DE4-D67ADC422F67}"/>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6" name="Google Shape;60;p14">
            <a:extLst>
              <a:ext uri="{FF2B5EF4-FFF2-40B4-BE49-F238E27FC236}">
                <a16:creationId xmlns:a16="http://schemas.microsoft.com/office/drawing/2014/main" id="{D2D3CA51-551D-B0EC-331A-F75E60E5DBEB}"/>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7" name="TextBox 16">
            <a:extLst>
              <a:ext uri="{FF2B5EF4-FFF2-40B4-BE49-F238E27FC236}">
                <a16:creationId xmlns:a16="http://schemas.microsoft.com/office/drawing/2014/main" id="{02398D3D-116A-5CD4-685B-921D76191F57}"/>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8" name="Google Shape;150;p23">
            <a:extLst>
              <a:ext uri="{FF2B5EF4-FFF2-40B4-BE49-F238E27FC236}">
                <a16:creationId xmlns:a16="http://schemas.microsoft.com/office/drawing/2014/main" id="{582C9D05-6F6C-96AB-64E2-85AFAAD34B05}"/>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47721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hree Column Layout w Titles">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5" name="Content Placeholder 13">
            <a:extLst>
              <a:ext uri="{FF2B5EF4-FFF2-40B4-BE49-F238E27FC236}">
                <a16:creationId xmlns:a16="http://schemas.microsoft.com/office/drawing/2014/main" id="{F9EE5671-DEE7-CCD6-192D-9B2E151D7ADB}"/>
              </a:ext>
            </a:extLst>
          </p:cNvPr>
          <p:cNvSpPr>
            <a:spLocks noGrp="1"/>
          </p:cNvSpPr>
          <p:nvPr>
            <p:ph sz="quarter" idx="19"/>
          </p:nvPr>
        </p:nvSpPr>
        <p:spPr>
          <a:xfrm>
            <a:off x="354558" y="1354041"/>
            <a:ext cx="2578958" cy="387350"/>
          </a:xfrm>
          <a:prstGeom prst="rect">
            <a:avLst/>
          </a:prstGeom>
        </p:spPr>
        <p:txBody>
          <a:bodyPr bIns="0" anchor="b">
            <a:noAutofit/>
          </a:bodyPr>
          <a:lstStyle>
            <a:lvl1pPr marL="0" indent="0">
              <a:buNone/>
              <a:defRPr sz="1800" b="1">
                <a:solidFill>
                  <a:schemeClr val="tx2"/>
                </a:solidFill>
              </a:defRPr>
            </a:lvl1pPr>
          </a:lstStyle>
          <a:p>
            <a:pPr lvl="0"/>
            <a:r>
              <a:rPr lang="en-US"/>
              <a:t>Click to edit Master text styles</a:t>
            </a:r>
          </a:p>
        </p:txBody>
      </p:sp>
      <p:sp>
        <p:nvSpPr>
          <p:cNvPr id="16" name="Content Placeholder 13">
            <a:extLst>
              <a:ext uri="{FF2B5EF4-FFF2-40B4-BE49-F238E27FC236}">
                <a16:creationId xmlns:a16="http://schemas.microsoft.com/office/drawing/2014/main" id="{FA3135A5-32B2-47C8-B809-AEA978B82C08}"/>
              </a:ext>
            </a:extLst>
          </p:cNvPr>
          <p:cNvSpPr>
            <a:spLocks noGrp="1"/>
          </p:cNvSpPr>
          <p:nvPr>
            <p:ph sz="quarter" idx="20"/>
          </p:nvPr>
        </p:nvSpPr>
        <p:spPr>
          <a:xfrm>
            <a:off x="3178605" y="1355610"/>
            <a:ext cx="2684145" cy="387350"/>
          </a:xfrm>
          <a:prstGeom prst="rect">
            <a:avLst/>
          </a:prstGeom>
        </p:spPr>
        <p:txBody>
          <a:bodyPr bIns="0" anchor="b">
            <a:noAutofit/>
          </a:bodyPr>
          <a:lstStyle>
            <a:lvl1pPr marL="0" indent="0">
              <a:buNone/>
              <a:defRPr sz="1800" b="1">
                <a:solidFill>
                  <a:schemeClr val="tx2"/>
                </a:solidFill>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D8A1BEF0-E942-E03B-81AB-BF03DB790EB6}"/>
              </a:ext>
            </a:extLst>
          </p:cNvPr>
          <p:cNvSpPr>
            <a:spLocks noGrp="1"/>
          </p:cNvSpPr>
          <p:nvPr>
            <p:ph sz="quarter" idx="21"/>
          </p:nvPr>
        </p:nvSpPr>
        <p:spPr>
          <a:xfrm>
            <a:off x="6107840" y="1354041"/>
            <a:ext cx="2617059" cy="387350"/>
          </a:xfrm>
          <a:prstGeom prst="rect">
            <a:avLst/>
          </a:prstGeom>
        </p:spPr>
        <p:txBody>
          <a:bodyPr bIns="0" anchor="b">
            <a:noAutofit/>
          </a:bodyPr>
          <a:lstStyle>
            <a:lvl1pPr marL="0" indent="0">
              <a:buNone/>
              <a:defRPr sz="1800" b="1">
                <a:solidFill>
                  <a:schemeClr val="tx2"/>
                </a:solidFill>
              </a:defRPr>
            </a:lvl1pPr>
          </a:lstStyle>
          <a:p>
            <a:pPr lvl="0"/>
            <a:r>
              <a:rPr lang="en-US"/>
              <a:t>Click to edit Master text styles</a:t>
            </a:r>
          </a:p>
        </p:txBody>
      </p:sp>
      <p:sp>
        <p:nvSpPr>
          <p:cNvPr id="18" name="Google Shape;150;p23">
            <a:extLst>
              <a:ext uri="{FF2B5EF4-FFF2-40B4-BE49-F238E27FC236}">
                <a16:creationId xmlns:a16="http://schemas.microsoft.com/office/drawing/2014/main" id="{82C0BBD0-F535-9AAF-DA52-C96B8B811DD8}"/>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itle 1">
            <a:extLst>
              <a:ext uri="{FF2B5EF4-FFF2-40B4-BE49-F238E27FC236}">
                <a16:creationId xmlns:a16="http://schemas.microsoft.com/office/drawing/2014/main" id="{6EE85270-35B2-10A3-A7E5-FF52FA6E6329}"/>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10" name="Google Shape;58;p14">
            <a:extLst>
              <a:ext uri="{FF2B5EF4-FFF2-40B4-BE49-F238E27FC236}">
                <a16:creationId xmlns:a16="http://schemas.microsoft.com/office/drawing/2014/main" id="{4DE9C0F1-70CE-1DA8-B130-E8004B242F24}"/>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5" name="Content Placeholder 2">
            <a:extLst>
              <a:ext uri="{FF2B5EF4-FFF2-40B4-BE49-F238E27FC236}">
                <a16:creationId xmlns:a16="http://schemas.microsoft.com/office/drawing/2014/main" id="{27996DBE-B145-0809-95BA-58D4782451DE}"/>
              </a:ext>
            </a:extLst>
          </p:cNvPr>
          <p:cNvSpPr>
            <a:spLocks noGrp="1"/>
          </p:cNvSpPr>
          <p:nvPr>
            <p:ph sz="quarter" idx="22"/>
          </p:nvPr>
        </p:nvSpPr>
        <p:spPr>
          <a:xfrm>
            <a:off x="354558" y="1764770"/>
            <a:ext cx="2578958" cy="2940580"/>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43891044-E93C-51D2-6167-F2C0331735B7}"/>
              </a:ext>
            </a:extLst>
          </p:cNvPr>
          <p:cNvSpPr>
            <a:spLocks noGrp="1"/>
          </p:cNvSpPr>
          <p:nvPr>
            <p:ph sz="quarter" idx="23"/>
          </p:nvPr>
        </p:nvSpPr>
        <p:spPr>
          <a:xfrm>
            <a:off x="3178605" y="1764770"/>
            <a:ext cx="2682144" cy="2940580"/>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2">
            <a:extLst>
              <a:ext uri="{FF2B5EF4-FFF2-40B4-BE49-F238E27FC236}">
                <a16:creationId xmlns:a16="http://schemas.microsoft.com/office/drawing/2014/main" id="{F629D29E-EBFE-922D-2B99-3D25A451D2E2}"/>
              </a:ext>
            </a:extLst>
          </p:cNvPr>
          <p:cNvSpPr>
            <a:spLocks noGrp="1"/>
          </p:cNvSpPr>
          <p:nvPr>
            <p:ph sz="quarter" idx="24"/>
          </p:nvPr>
        </p:nvSpPr>
        <p:spPr>
          <a:xfrm>
            <a:off x="6107842" y="1764430"/>
            <a:ext cx="2617057" cy="2940580"/>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Google Shape;56;p14">
            <a:extLst>
              <a:ext uri="{FF2B5EF4-FFF2-40B4-BE49-F238E27FC236}">
                <a16:creationId xmlns:a16="http://schemas.microsoft.com/office/drawing/2014/main" id="{F5F55C10-2D11-BEBC-F805-5E7542EEC99B}"/>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3" name="Google Shape;60;p14">
            <a:extLst>
              <a:ext uri="{FF2B5EF4-FFF2-40B4-BE49-F238E27FC236}">
                <a16:creationId xmlns:a16="http://schemas.microsoft.com/office/drawing/2014/main" id="{A589E2A7-FB16-02BF-EEBA-AD99B51F64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4" name="TextBox 3">
            <a:extLst>
              <a:ext uri="{FF2B5EF4-FFF2-40B4-BE49-F238E27FC236}">
                <a16:creationId xmlns:a16="http://schemas.microsoft.com/office/drawing/2014/main" id="{3C49E5F5-7DCB-E02C-2DA3-C22C2F1CE405}"/>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2" name="Google Shape;150;p23">
            <a:extLst>
              <a:ext uri="{FF2B5EF4-FFF2-40B4-BE49-F238E27FC236}">
                <a16:creationId xmlns:a16="http://schemas.microsoft.com/office/drawing/2014/main" id="{1A6E7301-290C-6999-8C52-C4B9866363B7}"/>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6;p14">
            <a:extLst>
              <a:ext uri="{FF2B5EF4-FFF2-40B4-BE49-F238E27FC236}">
                <a16:creationId xmlns:a16="http://schemas.microsoft.com/office/drawing/2014/main" id="{62E60B80-3D6B-A9E6-2396-2D8703AA7F33}"/>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60;p14">
            <a:extLst>
              <a:ext uri="{FF2B5EF4-FFF2-40B4-BE49-F238E27FC236}">
                <a16:creationId xmlns:a16="http://schemas.microsoft.com/office/drawing/2014/main" id="{05BC6BE8-3443-64B2-DEC9-D7A9990ACB8B}"/>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20" name="TextBox 19">
            <a:extLst>
              <a:ext uri="{FF2B5EF4-FFF2-40B4-BE49-F238E27FC236}">
                <a16:creationId xmlns:a16="http://schemas.microsoft.com/office/drawing/2014/main" id="{E122370B-5C44-C5E7-EEDD-B004CD07B02F}"/>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21" name="Google Shape;150;p23">
            <a:extLst>
              <a:ext uri="{FF2B5EF4-FFF2-40B4-BE49-F238E27FC236}">
                <a16:creationId xmlns:a16="http://schemas.microsoft.com/office/drawing/2014/main" id="{8C0F29FC-3AF2-E289-35C5-75814AEC1A39}"/>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0081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Four Column Layout">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8" name="Google Shape;150;p23">
            <a:extLst>
              <a:ext uri="{FF2B5EF4-FFF2-40B4-BE49-F238E27FC236}">
                <a16:creationId xmlns:a16="http://schemas.microsoft.com/office/drawing/2014/main" id="{083B192A-DC11-E214-333E-DEE3FF151A5D}"/>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Title 1">
            <a:extLst>
              <a:ext uri="{FF2B5EF4-FFF2-40B4-BE49-F238E27FC236}">
                <a16:creationId xmlns:a16="http://schemas.microsoft.com/office/drawing/2014/main" id="{59FD56F6-2901-6AAE-7BEA-9EF1EED40463}"/>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14" name="Google Shape;58;p14">
            <a:extLst>
              <a:ext uri="{FF2B5EF4-FFF2-40B4-BE49-F238E27FC236}">
                <a16:creationId xmlns:a16="http://schemas.microsoft.com/office/drawing/2014/main" id="{50FC779A-882C-359C-0BC7-F4B7F9AF1073}"/>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15" name="Content Placeholder 2">
            <a:extLst>
              <a:ext uri="{FF2B5EF4-FFF2-40B4-BE49-F238E27FC236}">
                <a16:creationId xmlns:a16="http://schemas.microsoft.com/office/drawing/2014/main" id="{055B88C0-F073-037E-A486-B50231229972}"/>
              </a:ext>
            </a:extLst>
          </p:cNvPr>
          <p:cNvSpPr>
            <a:spLocks noGrp="1"/>
          </p:cNvSpPr>
          <p:nvPr>
            <p:ph sz="quarter" idx="20"/>
          </p:nvPr>
        </p:nvSpPr>
        <p:spPr>
          <a:xfrm>
            <a:off x="354558" y="1425322"/>
            <a:ext cx="1866900" cy="3280028"/>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2">
            <a:extLst>
              <a:ext uri="{FF2B5EF4-FFF2-40B4-BE49-F238E27FC236}">
                <a16:creationId xmlns:a16="http://schemas.microsoft.com/office/drawing/2014/main" id="{E5412859-AD8C-B792-BC96-0DCD63D1528F}"/>
              </a:ext>
            </a:extLst>
          </p:cNvPr>
          <p:cNvSpPr>
            <a:spLocks noGrp="1"/>
          </p:cNvSpPr>
          <p:nvPr>
            <p:ph sz="quarter" idx="21"/>
          </p:nvPr>
        </p:nvSpPr>
        <p:spPr>
          <a:xfrm>
            <a:off x="2516820" y="1425322"/>
            <a:ext cx="1866901" cy="3280028"/>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2">
            <a:extLst>
              <a:ext uri="{FF2B5EF4-FFF2-40B4-BE49-F238E27FC236}">
                <a16:creationId xmlns:a16="http://schemas.microsoft.com/office/drawing/2014/main" id="{D0D6DA87-DF47-DDE4-9B69-83FE687F9FFF}"/>
              </a:ext>
            </a:extLst>
          </p:cNvPr>
          <p:cNvSpPr>
            <a:spLocks noGrp="1"/>
          </p:cNvSpPr>
          <p:nvPr>
            <p:ph sz="quarter" idx="22"/>
          </p:nvPr>
        </p:nvSpPr>
        <p:spPr>
          <a:xfrm>
            <a:off x="4679083" y="1425322"/>
            <a:ext cx="1894790" cy="3280028"/>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2">
            <a:extLst>
              <a:ext uri="{FF2B5EF4-FFF2-40B4-BE49-F238E27FC236}">
                <a16:creationId xmlns:a16="http://schemas.microsoft.com/office/drawing/2014/main" id="{B7DEE984-257D-6477-F236-740B7045FF1E}"/>
              </a:ext>
            </a:extLst>
          </p:cNvPr>
          <p:cNvSpPr>
            <a:spLocks noGrp="1"/>
          </p:cNvSpPr>
          <p:nvPr>
            <p:ph sz="quarter" idx="23"/>
          </p:nvPr>
        </p:nvSpPr>
        <p:spPr>
          <a:xfrm>
            <a:off x="6869236" y="1425322"/>
            <a:ext cx="1856692" cy="3280028"/>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Google Shape;56;p14">
            <a:extLst>
              <a:ext uri="{FF2B5EF4-FFF2-40B4-BE49-F238E27FC236}">
                <a16:creationId xmlns:a16="http://schemas.microsoft.com/office/drawing/2014/main" id="{8839EDA2-5E6A-62E8-AC18-78B3EA1D8C59}"/>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3" name="Google Shape;60;p14">
            <a:extLst>
              <a:ext uri="{FF2B5EF4-FFF2-40B4-BE49-F238E27FC236}">
                <a16:creationId xmlns:a16="http://schemas.microsoft.com/office/drawing/2014/main" id="{F3F8E374-A586-3557-DA26-D3CE44817329}"/>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4" name="TextBox 3">
            <a:extLst>
              <a:ext uri="{FF2B5EF4-FFF2-40B4-BE49-F238E27FC236}">
                <a16:creationId xmlns:a16="http://schemas.microsoft.com/office/drawing/2014/main" id="{1A3EB67C-D22F-462C-9F9F-6B6050580BCD}"/>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5" name="Google Shape;150;p23">
            <a:extLst>
              <a:ext uri="{FF2B5EF4-FFF2-40B4-BE49-F238E27FC236}">
                <a16:creationId xmlns:a16="http://schemas.microsoft.com/office/drawing/2014/main" id="{3D790321-8F76-F18F-E46D-00F3A4247CC8}"/>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6;p14">
            <a:extLst>
              <a:ext uri="{FF2B5EF4-FFF2-40B4-BE49-F238E27FC236}">
                <a16:creationId xmlns:a16="http://schemas.microsoft.com/office/drawing/2014/main" id="{1B62C7DB-74A0-8B3A-1F30-B97E54CAF667}"/>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7" name="Google Shape;60;p14">
            <a:extLst>
              <a:ext uri="{FF2B5EF4-FFF2-40B4-BE49-F238E27FC236}">
                <a16:creationId xmlns:a16="http://schemas.microsoft.com/office/drawing/2014/main" id="{8BDC2E1B-25F3-6A07-24C0-085EF6EAFA9B}"/>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0" name="TextBox 9">
            <a:extLst>
              <a:ext uri="{FF2B5EF4-FFF2-40B4-BE49-F238E27FC236}">
                <a16:creationId xmlns:a16="http://schemas.microsoft.com/office/drawing/2014/main" id="{AD6C2454-038C-DEEE-3805-7B890CF7521E}"/>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2" name="Google Shape;150;p23">
            <a:extLst>
              <a:ext uri="{FF2B5EF4-FFF2-40B4-BE49-F238E27FC236}">
                <a16:creationId xmlns:a16="http://schemas.microsoft.com/office/drawing/2014/main" id="{1A142D10-D058-D9B9-BF84-F71AA01F6BB4}"/>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4936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Four Column Layout w titles">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34249"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7" name="Content Placeholder 13">
            <a:extLst>
              <a:ext uri="{FF2B5EF4-FFF2-40B4-BE49-F238E27FC236}">
                <a16:creationId xmlns:a16="http://schemas.microsoft.com/office/drawing/2014/main" id="{B9990043-3CEA-7FC0-222E-1950BA9B709E}"/>
              </a:ext>
            </a:extLst>
          </p:cNvPr>
          <p:cNvSpPr>
            <a:spLocks noGrp="1"/>
          </p:cNvSpPr>
          <p:nvPr>
            <p:ph sz="quarter" idx="19"/>
          </p:nvPr>
        </p:nvSpPr>
        <p:spPr>
          <a:xfrm>
            <a:off x="354558" y="1364480"/>
            <a:ext cx="1875430" cy="387350"/>
          </a:xfrm>
          <a:prstGeom prst="rect">
            <a:avLst/>
          </a:prstGeom>
        </p:spPr>
        <p:txBody>
          <a:bodyPr bIns="0" anchor="b">
            <a:noAutofit/>
          </a:bodyPr>
          <a:lstStyle>
            <a:lvl1pPr marL="0" indent="0">
              <a:buNone/>
              <a:defRPr sz="1400" b="1">
                <a:solidFill>
                  <a:schemeClr val="tx2"/>
                </a:solidFill>
              </a:defRPr>
            </a:lvl1pPr>
          </a:lstStyle>
          <a:p>
            <a:pPr lvl="0"/>
            <a:r>
              <a:rPr lang="en-US"/>
              <a:t>Click to edit Master text styles</a:t>
            </a:r>
          </a:p>
        </p:txBody>
      </p:sp>
      <p:sp>
        <p:nvSpPr>
          <p:cNvPr id="18" name="Content Placeholder 13">
            <a:extLst>
              <a:ext uri="{FF2B5EF4-FFF2-40B4-BE49-F238E27FC236}">
                <a16:creationId xmlns:a16="http://schemas.microsoft.com/office/drawing/2014/main" id="{B7907B28-82F7-169B-69AB-DC044E0AC980}"/>
              </a:ext>
            </a:extLst>
          </p:cNvPr>
          <p:cNvSpPr>
            <a:spLocks noGrp="1"/>
          </p:cNvSpPr>
          <p:nvPr>
            <p:ph sz="quarter" idx="20"/>
          </p:nvPr>
        </p:nvSpPr>
        <p:spPr>
          <a:xfrm>
            <a:off x="2506191" y="1364480"/>
            <a:ext cx="1876390" cy="387350"/>
          </a:xfrm>
          <a:prstGeom prst="rect">
            <a:avLst/>
          </a:prstGeom>
        </p:spPr>
        <p:txBody>
          <a:bodyPr bIns="0" anchor="b">
            <a:noAutofit/>
          </a:bodyPr>
          <a:lstStyle>
            <a:lvl1pPr marL="0" indent="0">
              <a:buNone/>
              <a:defRPr sz="1400" b="1">
                <a:solidFill>
                  <a:schemeClr val="tx2"/>
                </a:solidFill>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1C08ACAE-FC49-0A90-D755-56861511C19B}"/>
              </a:ext>
            </a:extLst>
          </p:cNvPr>
          <p:cNvSpPr>
            <a:spLocks noGrp="1"/>
          </p:cNvSpPr>
          <p:nvPr>
            <p:ph sz="quarter" idx="21"/>
          </p:nvPr>
        </p:nvSpPr>
        <p:spPr>
          <a:xfrm>
            <a:off x="4658784" y="1364480"/>
            <a:ext cx="1923012" cy="387350"/>
          </a:xfrm>
          <a:prstGeom prst="rect">
            <a:avLst/>
          </a:prstGeom>
        </p:spPr>
        <p:txBody>
          <a:bodyPr bIns="0" anchor="b">
            <a:noAutofit/>
          </a:bodyPr>
          <a:lstStyle>
            <a:lvl1pPr marL="0" indent="0">
              <a:buNone/>
              <a:defRPr sz="1400" b="1">
                <a:solidFill>
                  <a:schemeClr val="tx2"/>
                </a:solidFill>
              </a:defRPr>
            </a:lvl1pPr>
          </a:lstStyle>
          <a:p>
            <a:pPr lvl="0"/>
            <a:r>
              <a:rPr lang="en-US"/>
              <a:t>Click to edit Master text styles</a:t>
            </a:r>
          </a:p>
        </p:txBody>
      </p:sp>
      <p:sp>
        <p:nvSpPr>
          <p:cNvPr id="20" name="Content Placeholder 13">
            <a:extLst>
              <a:ext uri="{FF2B5EF4-FFF2-40B4-BE49-F238E27FC236}">
                <a16:creationId xmlns:a16="http://schemas.microsoft.com/office/drawing/2014/main" id="{5B3A4BF2-76E0-CA6E-C59D-3287AD58E998}"/>
              </a:ext>
            </a:extLst>
          </p:cNvPr>
          <p:cNvSpPr>
            <a:spLocks noGrp="1"/>
          </p:cNvSpPr>
          <p:nvPr>
            <p:ph sz="quarter" idx="22"/>
          </p:nvPr>
        </p:nvSpPr>
        <p:spPr>
          <a:xfrm>
            <a:off x="6857999" y="1364480"/>
            <a:ext cx="1866900" cy="387350"/>
          </a:xfrm>
          <a:prstGeom prst="rect">
            <a:avLst/>
          </a:prstGeom>
        </p:spPr>
        <p:txBody>
          <a:bodyPr bIns="0" anchor="b">
            <a:noAutofit/>
          </a:bodyPr>
          <a:lstStyle>
            <a:lvl1pPr marL="0" indent="0">
              <a:buNone/>
              <a:defRPr sz="1400" b="1">
                <a:solidFill>
                  <a:schemeClr val="tx2"/>
                </a:solidFill>
              </a:defRPr>
            </a:lvl1pPr>
          </a:lstStyle>
          <a:p>
            <a:pPr lvl="0"/>
            <a:r>
              <a:rPr lang="en-US"/>
              <a:t>Click to edit Master text styles</a:t>
            </a:r>
          </a:p>
        </p:txBody>
      </p:sp>
      <p:sp>
        <p:nvSpPr>
          <p:cNvPr id="22" name="Google Shape;150;p23">
            <a:extLst>
              <a:ext uri="{FF2B5EF4-FFF2-40B4-BE49-F238E27FC236}">
                <a16:creationId xmlns:a16="http://schemas.microsoft.com/office/drawing/2014/main" id="{5F546386-E044-F4E7-72AE-B961156C93F7}"/>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Title 1">
            <a:extLst>
              <a:ext uri="{FF2B5EF4-FFF2-40B4-BE49-F238E27FC236}">
                <a16:creationId xmlns:a16="http://schemas.microsoft.com/office/drawing/2014/main" id="{08B1DFFE-BE9E-BA30-0464-D77A13A9F8C5}"/>
              </a:ext>
            </a:extLst>
          </p:cNvPr>
          <p:cNvSpPr>
            <a:spLocks noGrp="1"/>
          </p:cNvSpPr>
          <p:nvPr>
            <p:ph type="title"/>
          </p:nvPr>
        </p:nvSpPr>
        <p:spPr>
          <a:xfrm>
            <a:off x="354558" y="291988"/>
            <a:ext cx="8370340" cy="473131"/>
          </a:xfrm>
        </p:spPr>
        <p:txBody>
          <a:bodyPr bIns="0">
            <a:noAutofit/>
          </a:bodyPr>
          <a:lstStyle>
            <a:lvl1pPr>
              <a:defRPr sz="2600" b="1"/>
            </a:lvl1pPr>
          </a:lstStyle>
          <a:p>
            <a:r>
              <a:rPr lang="en-US"/>
              <a:t>Click to edit Master title style</a:t>
            </a:r>
            <a:endParaRPr lang="en-US" dirty="0"/>
          </a:p>
        </p:txBody>
      </p:sp>
      <p:sp>
        <p:nvSpPr>
          <p:cNvPr id="12" name="Google Shape;58;p14">
            <a:extLst>
              <a:ext uri="{FF2B5EF4-FFF2-40B4-BE49-F238E27FC236}">
                <a16:creationId xmlns:a16="http://schemas.microsoft.com/office/drawing/2014/main" id="{3EAE753E-8561-CCD5-5ED6-1C4E1A4D9F81}"/>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15" name="Content Placeholder 2">
            <a:extLst>
              <a:ext uri="{FF2B5EF4-FFF2-40B4-BE49-F238E27FC236}">
                <a16:creationId xmlns:a16="http://schemas.microsoft.com/office/drawing/2014/main" id="{4259E312-DE8A-89C3-F5AA-6D8106FE089A}"/>
              </a:ext>
            </a:extLst>
          </p:cNvPr>
          <p:cNvSpPr>
            <a:spLocks noGrp="1"/>
          </p:cNvSpPr>
          <p:nvPr>
            <p:ph sz="quarter" idx="23"/>
          </p:nvPr>
        </p:nvSpPr>
        <p:spPr>
          <a:xfrm>
            <a:off x="354558" y="1763183"/>
            <a:ext cx="1866900" cy="2942167"/>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98ADEB94-2292-B066-D0FE-2AEBCE1D1135}"/>
              </a:ext>
            </a:extLst>
          </p:cNvPr>
          <p:cNvSpPr>
            <a:spLocks noGrp="1"/>
          </p:cNvSpPr>
          <p:nvPr>
            <p:ph sz="quarter" idx="24"/>
          </p:nvPr>
        </p:nvSpPr>
        <p:spPr>
          <a:xfrm>
            <a:off x="2506191" y="1763183"/>
            <a:ext cx="1866901" cy="2942167"/>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2">
            <a:extLst>
              <a:ext uri="{FF2B5EF4-FFF2-40B4-BE49-F238E27FC236}">
                <a16:creationId xmlns:a16="http://schemas.microsoft.com/office/drawing/2014/main" id="{EE326CCB-29B8-A6D8-4FEC-281F59C3426E}"/>
              </a:ext>
            </a:extLst>
          </p:cNvPr>
          <p:cNvSpPr>
            <a:spLocks noGrp="1"/>
          </p:cNvSpPr>
          <p:nvPr>
            <p:ph sz="quarter" idx="25"/>
          </p:nvPr>
        </p:nvSpPr>
        <p:spPr>
          <a:xfrm>
            <a:off x="4658784" y="1763183"/>
            <a:ext cx="1885282" cy="2942167"/>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2">
            <a:extLst>
              <a:ext uri="{FF2B5EF4-FFF2-40B4-BE49-F238E27FC236}">
                <a16:creationId xmlns:a16="http://schemas.microsoft.com/office/drawing/2014/main" id="{AA2FDB54-1A0F-330C-2D5E-198BE6B463E1}"/>
              </a:ext>
            </a:extLst>
          </p:cNvPr>
          <p:cNvSpPr>
            <a:spLocks noGrp="1"/>
          </p:cNvSpPr>
          <p:nvPr>
            <p:ph sz="quarter" idx="26"/>
          </p:nvPr>
        </p:nvSpPr>
        <p:spPr>
          <a:xfrm>
            <a:off x="6857999" y="1763183"/>
            <a:ext cx="1856694" cy="2942167"/>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Google Shape;56;p14">
            <a:extLst>
              <a:ext uri="{FF2B5EF4-FFF2-40B4-BE49-F238E27FC236}">
                <a16:creationId xmlns:a16="http://schemas.microsoft.com/office/drawing/2014/main" id="{5D335628-533C-AB02-C23B-BB980371707D}"/>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3" name="Google Shape;60;p14">
            <a:extLst>
              <a:ext uri="{FF2B5EF4-FFF2-40B4-BE49-F238E27FC236}">
                <a16:creationId xmlns:a16="http://schemas.microsoft.com/office/drawing/2014/main" id="{11A19E0B-B6C4-402C-0AB1-4696FD0A4981}"/>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4" name="TextBox 3">
            <a:extLst>
              <a:ext uri="{FF2B5EF4-FFF2-40B4-BE49-F238E27FC236}">
                <a16:creationId xmlns:a16="http://schemas.microsoft.com/office/drawing/2014/main" id="{59FEF393-F006-9BA8-28AC-8ADD58B177C9}"/>
              </a:ext>
            </a:extLst>
          </p:cNvPr>
          <p:cNvSpPr txBox="1"/>
          <p:nvPr/>
        </p:nvSpPr>
        <p:spPr>
          <a:xfrm>
            <a:off x="8334249"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5" name="Google Shape;150;p23">
            <a:extLst>
              <a:ext uri="{FF2B5EF4-FFF2-40B4-BE49-F238E27FC236}">
                <a16:creationId xmlns:a16="http://schemas.microsoft.com/office/drawing/2014/main" id="{B8EF93F9-5AF8-451D-C1A6-B0588B9B0C5C}"/>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6;p14">
            <a:extLst>
              <a:ext uri="{FF2B5EF4-FFF2-40B4-BE49-F238E27FC236}">
                <a16:creationId xmlns:a16="http://schemas.microsoft.com/office/drawing/2014/main" id="{D1E377E1-F247-4295-EAB2-D587F7F556F4}"/>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7" name="Google Shape;60;p14">
            <a:extLst>
              <a:ext uri="{FF2B5EF4-FFF2-40B4-BE49-F238E27FC236}">
                <a16:creationId xmlns:a16="http://schemas.microsoft.com/office/drawing/2014/main" id="{23766384-31C5-6688-475A-18771803B5D7}"/>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3" name="TextBox 12">
            <a:extLst>
              <a:ext uri="{FF2B5EF4-FFF2-40B4-BE49-F238E27FC236}">
                <a16:creationId xmlns:a16="http://schemas.microsoft.com/office/drawing/2014/main" id="{39B92315-3CBD-9907-7D89-27C86ADEF275}"/>
              </a:ext>
            </a:extLst>
          </p:cNvPr>
          <p:cNvSpPr txBox="1"/>
          <p:nvPr userDrawn="1"/>
        </p:nvSpPr>
        <p:spPr>
          <a:xfrm>
            <a:off x="8334249"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4" name="Google Shape;150;p23">
            <a:extLst>
              <a:ext uri="{FF2B5EF4-FFF2-40B4-BE49-F238E27FC236}">
                <a16:creationId xmlns:a16="http://schemas.microsoft.com/office/drawing/2014/main" id="{288A3EBA-CE53-93DC-0DBF-C5C1879192A0}"/>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9904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2" name="Google Shape;142;p23">
            <a:extLst>
              <a:ext uri="{FF2B5EF4-FFF2-40B4-BE49-F238E27FC236}">
                <a16:creationId xmlns:a16="http://schemas.microsoft.com/office/drawing/2014/main" id="{D2FB9B6D-6368-FE95-4ACC-ABFB5843C303}"/>
              </a:ext>
            </a:extLst>
          </p:cNvPr>
          <p:cNvSpPr/>
          <p:nvPr/>
        </p:nvSpPr>
        <p:spPr>
          <a:xfrm>
            <a:off x="2590800" y="0"/>
            <a:ext cx="65532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8;p23">
            <a:extLst>
              <a:ext uri="{FF2B5EF4-FFF2-40B4-BE49-F238E27FC236}">
                <a16:creationId xmlns:a16="http://schemas.microsoft.com/office/drawing/2014/main" id="{4DAB85F9-062F-95F5-32C9-9D50E3227A16}"/>
              </a:ext>
            </a:extLst>
          </p:cNvPr>
          <p:cNvSpPr/>
          <p:nvPr/>
        </p:nvSpPr>
        <p:spPr>
          <a:xfrm>
            <a:off x="6369225" y="228600"/>
            <a:ext cx="1322446" cy="1414662"/>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30"/>
            </a:srgbClr>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13">
              <a:solidFill>
                <a:schemeClr val="dk1"/>
              </a:solidFill>
              <a:latin typeface="Arial"/>
              <a:ea typeface="Arial"/>
              <a:cs typeface="Arial"/>
              <a:sym typeface="Arial"/>
            </a:endParaRPr>
          </a:p>
        </p:txBody>
      </p:sp>
      <p:sp>
        <p:nvSpPr>
          <p:cNvPr id="15" name="Google Shape;149;p23">
            <a:extLst>
              <a:ext uri="{FF2B5EF4-FFF2-40B4-BE49-F238E27FC236}">
                <a16:creationId xmlns:a16="http://schemas.microsoft.com/office/drawing/2014/main" id="{8F657C1B-92B4-6B9D-5FE1-04A3ACDD0B0C}"/>
              </a:ext>
            </a:extLst>
          </p:cNvPr>
          <p:cNvSpPr/>
          <p:nvPr/>
        </p:nvSpPr>
        <p:spPr>
          <a:xfrm>
            <a:off x="2596853" y="2767075"/>
            <a:ext cx="2772174" cy="2372082"/>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pic>
        <p:nvPicPr>
          <p:cNvPr id="16" name="Google Shape;151;p23">
            <a:extLst>
              <a:ext uri="{FF2B5EF4-FFF2-40B4-BE49-F238E27FC236}">
                <a16:creationId xmlns:a16="http://schemas.microsoft.com/office/drawing/2014/main" id="{FD0D6CEB-D284-400B-5E7A-E1C1E3DBBF80}"/>
              </a:ext>
            </a:extLst>
          </p:cNvPr>
          <p:cNvPicPr preferRelativeResize="0"/>
          <p:nvPr/>
        </p:nvPicPr>
        <p:blipFill rotWithShape="1">
          <a:blip r:embed="rId2">
            <a:alphaModFix/>
          </a:blip>
          <a:srcRect l="16763"/>
          <a:stretch/>
        </p:blipFill>
        <p:spPr>
          <a:xfrm rot="10800000">
            <a:off x="7338076" y="640000"/>
            <a:ext cx="1805925" cy="2369900"/>
          </a:xfrm>
          <a:prstGeom prst="rect">
            <a:avLst/>
          </a:prstGeom>
          <a:noFill/>
          <a:ln>
            <a:noFill/>
          </a:ln>
        </p:spPr>
      </p:pic>
      <p:sp>
        <p:nvSpPr>
          <p:cNvPr id="2" name="Title 1"/>
          <p:cNvSpPr>
            <a:spLocks noGrp="1"/>
          </p:cNvSpPr>
          <p:nvPr>
            <p:ph type="title"/>
          </p:nvPr>
        </p:nvSpPr>
        <p:spPr>
          <a:xfrm>
            <a:off x="353539" y="291988"/>
            <a:ext cx="1959263" cy="473131"/>
          </a:xfrm>
        </p:spPr>
        <p:txBody>
          <a:bodyPr>
            <a:noAutofit/>
          </a:bodyPr>
          <a:lstStyle>
            <a:lvl1pPr>
              <a:defRPr sz="2600" b="1"/>
            </a:lvl1pPr>
          </a:lstStyle>
          <a:p>
            <a:r>
              <a:rPr lang="en-US"/>
              <a:t>Click to edit Master title style</a:t>
            </a:r>
            <a:endParaRPr lang="en-US" dirty="0"/>
          </a:p>
        </p:txBody>
      </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3" name="TextBox 12">
            <a:extLst>
              <a:ext uri="{FF2B5EF4-FFF2-40B4-BE49-F238E27FC236}">
                <a16:creationId xmlns:a16="http://schemas.microsoft.com/office/drawing/2014/main" id="{612AB308-CDD2-59CC-482E-153C99757AFA}"/>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21" name="Google Shape;150;p23">
            <a:extLst>
              <a:ext uri="{FF2B5EF4-FFF2-40B4-BE49-F238E27FC236}">
                <a16:creationId xmlns:a16="http://schemas.microsoft.com/office/drawing/2014/main" id="{4701A14F-C5DC-D91B-CAAF-9F6050DD7D8F}"/>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Content Placeholder 2">
            <a:extLst>
              <a:ext uri="{FF2B5EF4-FFF2-40B4-BE49-F238E27FC236}">
                <a16:creationId xmlns:a16="http://schemas.microsoft.com/office/drawing/2014/main" id="{E1839889-1EBD-E4BD-1C4B-C52F84F4923A}"/>
              </a:ext>
            </a:extLst>
          </p:cNvPr>
          <p:cNvSpPr>
            <a:spLocks noGrp="1"/>
          </p:cNvSpPr>
          <p:nvPr>
            <p:ph sz="quarter" idx="22"/>
          </p:nvPr>
        </p:nvSpPr>
        <p:spPr>
          <a:xfrm>
            <a:off x="3088263" y="1684085"/>
            <a:ext cx="3814574" cy="2940580"/>
          </a:xfrm>
          <a:prstGeom prst="rect">
            <a:avLst/>
          </a:prstGeom>
        </p:spPr>
        <p:txBody>
          <a:bodyPr/>
          <a:lstStyle>
            <a:lvl1pPr>
              <a:lnSpc>
                <a:spcPct val="114000"/>
              </a:lnSpc>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Google Shape;142;p23">
            <a:extLst>
              <a:ext uri="{FF2B5EF4-FFF2-40B4-BE49-F238E27FC236}">
                <a16:creationId xmlns:a16="http://schemas.microsoft.com/office/drawing/2014/main" id="{B0356621-F86D-4229-3FC1-DA118FD5F8CE}"/>
              </a:ext>
            </a:extLst>
          </p:cNvPr>
          <p:cNvSpPr/>
          <p:nvPr/>
        </p:nvSpPr>
        <p:spPr>
          <a:xfrm>
            <a:off x="2590800" y="0"/>
            <a:ext cx="65532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48;p23">
            <a:extLst>
              <a:ext uri="{FF2B5EF4-FFF2-40B4-BE49-F238E27FC236}">
                <a16:creationId xmlns:a16="http://schemas.microsoft.com/office/drawing/2014/main" id="{5DB1908A-15AD-7273-1870-5ED9FE5AC6DB}"/>
              </a:ext>
            </a:extLst>
          </p:cNvPr>
          <p:cNvSpPr/>
          <p:nvPr/>
        </p:nvSpPr>
        <p:spPr>
          <a:xfrm>
            <a:off x="6369225" y="228600"/>
            <a:ext cx="1322446" cy="1414662"/>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30"/>
            </a:srgbClr>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13">
              <a:solidFill>
                <a:schemeClr val="dk1"/>
              </a:solidFill>
              <a:latin typeface="Arial"/>
              <a:ea typeface="Arial"/>
              <a:cs typeface="Arial"/>
              <a:sym typeface="Arial"/>
            </a:endParaRPr>
          </a:p>
        </p:txBody>
      </p:sp>
      <p:sp>
        <p:nvSpPr>
          <p:cNvPr id="5" name="Google Shape;149;p23">
            <a:extLst>
              <a:ext uri="{FF2B5EF4-FFF2-40B4-BE49-F238E27FC236}">
                <a16:creationId xmlns:a16="http://schemas.microsoft.com/office/drawing/2014/main" id="{CB256162-4E5C-AC47-BF07-8BBA4B490369}"/>
              </a:ext>
            </a:extLst>
          </p:cNvPr>
          <p:cNvSpPr/>
          <p:nvPr/>
        </p:nvSpPr>
        <p:spPr>
          <a:xfrm>
            <a:off x="2596853" y="2767075"/>
            <a:ext cx="2772174" cy="2372082"/>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pic>
        <p:nvPicPr>
          <p:cNvPr id="6" name="Google Shape;151;p23">
            <a:extLst>
              <a:ext uri="{FF2B5EF4-FFF2-40B4-BE49-F238E27FC236}">
                <a16:creationId xmlns:a16="http://schemas.microsoft.com/office/drawing/2014/main" id="{F6C5218E-98FC-4F05-C46C-A425F47F4D56}"/>
              </a:ext>
            </a:extLst>
          </p:cNvPr>
          <p:cNvPicPr preferRelativeResize="0"/>
          <p:nvPr/>
        </p:nvPicPr>
        <p:blipFill rotWithShape="1">
          <a:blip r:embed="rId2">
            <a:alphaModFix/>
          </a:blip>
          <a:srcRect l="16763"/>
          <a:stretch/>
        </p:blipFill>
        <p:spPr>
          <a:xfrm rot="10800000">
            <a:off x="7338076" y="640000"/>
            <a:ext cx="1805925" cy="2369900"/>
          </a:xfrm>
          <a:prstGeom prst="rect">
            <a:avLst/>
          </a:prstGeom>
          <a:noFill/>
          <a:ln>
            <a:noFill/>
          </a:ln>
        </p:spPr>
      </p:pic>
      <p:sp>
        <p:nvSpPr>
          <p:cNvPr id="10" name="Google Shape;56;p14">
            <a:extLst>
              <a:ext uri="{FF2B5EF4-FFF2-40B4-BE49-F238E27FC236}">
                <a16:creationId xmlns:a16="http://schemas.microsoft.com/office/drawing/2014/main" id="{AEE082DE-671D-FA79-14C2-0303611B2CFB}"/>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1" name="Google Shape;60;p14">
            <a:extLst>
              <a:ext uri="{FF2B5EF4-FFF2-40B4-BE49-F238E27FC236}">
                <a16:creationId xmlns:a16="http://schemas.microsoft.com/office/drawing/2014/main" id="{39D5D307-0D8B-2754-5FF5-3619CD161362}"/>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7" name="TextBox 16">
            <a:extLst>
              <a:ext uri="{FF2B5EF4-FFF2-40B4-BE49-F238E27FC236}">
                <a16:creationId xmlns:a16="http://schemas.microsoft.com/office/drawing/2014/main" id="{D9B4A41A-141B-313E-FD43-EE7D5D457B5D}"/>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8" name="Google Shape;150;p23">
            <a:extLst>
              <a:ext uri="{FF2B5EF4-FFF2-40B4-BE49-F238E27FC236}">
                <a16:creationId xmlns:a16="http://schemas.microsoft.com/office/drawing/2014/main" id="{271491F0-6659-66E6-A124-3843A74DD7A1}"/>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42;p23">
            <a:extLst>
              <a:ext uri="{FF2B5EF4-FFF2-40B4-BE49-F238E27FC236}">
                <a16:creationId xmlns:a16="http://schemas.microsoft.com/office/drawing/2014/main" id="{82F734D7-19A8-C97B-8B29-A52CAB96EA89}"/>
              </a:ext>
            </a:extLst>
          </p:cNvPr>
          <p:cNvSpPr/>
          <p:nvPr userDrawn="1"/>
        </p:nvSpPr>
        <p:spPr>
          <a:xfrm>
            <a:off x="2590800" y="0"/>
            <a:ext cx="65532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48;p23">
            <a:extLst>
              <a:ext uri="{FF2B5EF4-FFF2-40B4-BE49-F238E27FC236}">
                <a16:creationId xmlns:a16="http://schemas.microsoft.com/office/drawing/2014/main" id="{97125153-3A7A-14EB-ABF4-0ACFB20B4C1F}"/>
              </a:ext>
            </a:extLst>
          </p:cNvPr>
          <p:cNvSpPr/>
          <p:nvPr userDrawn="1"/>
        </p:nvSpPr>
        <p:spPr>
          <a:xfrm>
            <a:off x="6369225" y="228600"/>
            <a:ext cx="1322446" cy="1414662"/>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30"/>
            </a:srgbClr>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13">
              <a:solidFill>
                <a:schemeClr val="dk1"/>
              </a:solidFill>
              <a:latin typeface="Arial"/>
              <a:ea typeface="Arial"/>
              <a:cs typeface="Arial"/>
              <a:sym typeface="Arial"/>
            </a:endParaRPr>
          </a:p>
        </p:txBody>
      </p:sp>
      <p:sp>
        <p:nvSpPr>
          <p:cNvPr id="22" name="Google Shape;149;p23">
            <a:extLst>
              <a:ext uri="{FF2B5EF4-FFF2-40B4-BE49-F238E27FC236}">
                <a16:creationId xmlns:a16="http://schemas.microsoft.com/office/drawing/2014/main" id="{7759C390-88E0-5EE3-5116-248E0C67B154}"/>
              </a:ext>
            </a:extLst>
          </p:cNvPr>
          <p:cNvSpPr/>
          <p:nvPr userDrawn="1"/>
        </p:nvSpPr>
        <p:spPr>
          <a:xfrm>
            <a:off x="2596853" y="2767075"/>
            <a:ext cx="2772174" cy="2372082"/>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pic>
        <p:nvPicPr>
          <p:cNvPr id="23" name="Google Shape;151;p23">
            <a:extLst>
              <a:ext uri="{FF2B5EF4-FFF2-40B4-BE49-F238E27FC236}">
                <a16:creationId xmlns:a16="http://schemas.microsoft.com/office/drawing/2014/main" id="{E4A25784-CEA1-67FC-7FD8-4938059C1BA6}"/>
              </a:ext>
            </a:extLst>
          </p:cNvPr>
          <p:cNvPicPr preferRelativeResize="0"/>
          <p:nvPr userDrawn="1"/>
        </p:nvPicPr>
        <p:blipFill rotWithShape="1">
          <a:blip r:embed="rId2">
            <a:alphaModFix/>
          </a:blip>
          <a:srcRect l="16763"/>
          <a:stretch/>
        </p:blipFill>
        <p:spPr>
          <a:xfrm rot="10800000">
            <a:off x="7338076" y="640000"/>
            <a:ext cx="1805925" cy="2369900"/>
          </a:xfrm>
          <a:prstGeom prst="rect">
            <a:avLst/>
          </a:prstGeom>
          <a:noFill/>
          <a:ln>
            <a:noFill/>
          </a:ln>
        </p:spPr>
      </p:pic>
      <p:sp>
        <p:nvSpPr>
          <p:cNvPr id="24" name="Google Shape;56;p14">
            <a:extLst>
              <a:ext uri="{FF2B5EF4-FFF2-40B4-BE49-F238E27FC236}">
                <a16:creationId xmlns:a16="http://schemas.microsoft.com/office/drawing/2014/main" id="{312FCF71-2292-253D-B9A9-C00981ECB978}"/>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5" name="Google Shape;60;p14">
            <a:extLst>
              <a:ext uri="{FF2B5EF4-FFF2-40B4-BE49-F238E27FC236}">
                <a16:creationId xmlns:a16="http://schemas.microsoft.com/office/drawing/2014/main" id="{ECD5C7BB-9C87-95CF-3D81-01DEB17424F6}"/>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26" name="TextBox 25">
            <a:extLst>
              <a:ext uri="{FF2B5EF4-FFF2-40B4-BE49-F238E27FC236}">
                <a16:creationId xmlns:a16="http://schemas.microsoft.com/office/drawing/2014/main" id="{8CCBD1B9-B2DE-91B9-7084-0CEE85696A28}"/>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27" name="Google Shape;150;p23">
            <a:extLst>
              <a:ext uri="{FF2B5EF4-FFF2-40B4-BE49-F238E27FC236}">
                <a16:creationId xmlns:a16="http://schemas.microsoft.com/office/drawing/2014/main" id="{E4EA1190-F643-BF32-11D9-565DA0B221BC}"/>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8185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plit Layout">
    <p:spTree>
      <p:nvGrpSpPr>
        <p:cNvPr id="1" name=""/>
        <p:cNvGrpSpPr/>
        <p:nvPr/>
      </p:nvGrpSpPr>
      <p:grpSpPr>
        <a:xfrm>
          <a:off x="0" y="0"/>
          <a:ext cx="0" cy="0"/>
          <a:chOff x="0" y="0"/>
          <a:chExt cx="0" cy="0"/>
        </a:xfrm>
      </p:grpSpPr>
      <p:sp>
        <p:nvSpPr>
          <p:cNvPr id="12" name="Google Shape;142;p23">
            <a:extLst>
              <a:ext uri="{FF2B5EF4-FFF2-40B4-BE49-F238E27FC236}">
                <a16:creationId xmlns:a16="http://schemas.microsoft.com/office/drawing/2014/main" id="{20296E92-7094-A702-9723-6C0F91656D60}"/>
              </a:ext>
            </a:extLst>
          </p:cNvPr>
          <p:cNvSpPr/>
          <p:nvPr/>
        </p:nvSpPr>
        <p:spPr>
          <a:xfrm>
            <a:off x="4675160" y="0"/>
            <a:ext cx="446884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3" name="Google Shape;173;p25">
            <a:extLst>
              <a:ext uri="{FF2B5EF4-FFF2-40B4-BE49-F238E27FC236}">
                <a16:creationId xmlns:a16="http://schemas.microsoft.com/office/drawing/2014/main" id="{A10AF59D-ABBE-0951-4030-2A73CC651E5F}"/>
              </a:ext>
            </a:extLst>
          </p:cNvPr>
          <p:cNvSpPr/>
          <p:nvPr/>
        </p:nvSpPr>
        <p:spPr>
          <a:xfrm>
            <a:off x="8067676" y="228601"/>
            <a:ext cx="1077917" cy="1543491"/>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sp>
        <p:nvSpPr>
          <p:cNvPr id="14" name="TextBox 13">
            <a:extLst>
              <a:ext uri="{FF2B5EF4-FFF2-40B4-BE49-F238E27FC236}">
                <a16:creationId xmlns:a16="http://schemas.microsoft.com/office/drawing/2014/main" id="{E79F42F5-0329-A383-74D4-0B757CFCAD0C}"/>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6" name="Google Shape;150;p23">
            <a:extLst>
              <a:ext uri="{FF2B5EF4-FFF2-40B4-BE49-F238E27FC236}">
                <a16:creationId xmlns:a16="http://schemas.microsoft.com/office/drawing/2014/main" id="{867694D1-40E9-6A62-5E08-7DACA984A6F0}"/>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1">
            <a:extLst>
              <a:ext uri="{FF2B5EF4-FFF2-40B4-BE49-F238E27FC236}">
                <a16:creationId xmlns:a16="http://schemas.microsoft.com/office/drawing/2014/main" id="{D3535C7E-5722-E4E7-F4F7-2278339B39F6}"/>
              </a:ext>
            </a:extLst>
          </p:cNvPr>
          <p:cNvSpPr>
            <a:spLocks noGrp="1"/>
          </p:cNvSpPr>
          <p:nvPr>
            <p:ph type="title"/>
          </p:nvPr>
        </p:nvSpPr>
        <p:spPr>
          <a:xfrm>
            <a:off x="354559" y="291988"/>
            <a:ext cx="4103142" cy="473131"/>
          </a:xfrm>
        </p:spPr>
        <p:txBody>
          <a:bodyPr bIns="0">
            <a:noAutofit/>
          </a:bodyPr>
          <a:lstStyle>
            <a:lvl1pPr>
              <a:defRPr sz="2600" b="1"/>
            </a:lvl1pPr>
          </a:lstStyle>
          <a:p>
            <a:r>
              <a:rPr lang="en-US"/>
              <a:t>Click to edit Master title style</a:t>
            </a:r>
            <a:endParaRPr lang="en-US" dirty="0"/>
          </a:p>
        </p:txBody>
      </p:sp>
      <p:sp>
        <p:nvSpPr>
          <p:cNvPr id="4" name="Google Shape;58;p14">
            <a:extLst>
              <a:ext uri="{FF2B5EF4-FFF2-40B4-BE49-F238E27FC236}">
                <a16:creationId xmlns:a16="http://schemas.microsoft.com/office/drawing/2014/main" id="{936381EB-FB04-D988-1D42-B17BAD26D90A}"/>
              </a:ext>
            </a:extLst>
          </p:cNvPr>
          <p:cNvSpPr txBox="1">
            <a:spLocks noGrp="1"/>
          </p:cNvSpPr>
          <p:nvPr>
            <p:ph type="subTitle" idx="1"/>
          </p:nvPr>
        </p:nvSpPr>
        <p:spPr>
          <a:xfrm>
            <a:off x="354559" y="774863"/>
            <a:ext cx="4103142"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7" name="Content Placeholder 6">
            <a:extLst>
              <a:ext uri="{FF2B5EF4-FFF2-40B4-BE49-F238E27FC236}">
                <a16:creationId xmlns:a16="http://schemas.microsoft.com/office/drawing/2014/main" id="{B058B340-F2D3-9F6B-7DAC-62713BCCE505}"/>
              </a:ext>
            </a:extLst>
          </p:cNvPr>
          <p:cNvSpPr>
            <a:spLocks noGrp="1"/>
          </p:cNvSpPr>
          <p:nvPr>
            <p:ph sz="quarter" idx="21" hasCustomPrompt="1"/>
          </p:nvPr>
        </p:nvSpPr>
        <p:spPr>
          <a:xfrm>
            <a:off x="457200" y="1544638"/>
            <a:ext cx="4000500" cy="3160712"/>
          </a:xfrm>
          <a:prstGeom prst="rect">
            <a:avLst/>
          </a:prstGeom>
          <a:solidFill>
            <a:schemeClr val="tx1">
              <a:lumMod val="10000"/>
              <a:lumOff val="90000"/>
            </a:schemeClr>
          </a:solidFill>
        </p:spPr>
        <p:txBody>
          <a:bodyPr/>
          <a:lstStyle>
            <a:lvl1pPr marL="0" indent="0">
              <a:buNone/>
              <a:defRPr/>
            </a:lvl1pPr>
          </a:lstStyle>
          <a:p>
            <a:pPr lvl="0"/>
            <a:r>
              <a:rPr lang="en-US" dirty="0"/>
              <a:t>Placeholder</a:t>
            </a:r>
          </a:p>
        </p:txBody>
      </p:sp>
      <p:sp>
        <p:nvSpPr>
          <p:cNvPr id="2" name="Content Placeholder 2">
            <a:extLst>
              <a:ext uri="{FF2B5EF4-FFF2-40B4-BE49-F238E27FC236}">
                <a16:creationId xmlns:a16="http://schemas.microsoft.com/office/drawing/2014/main" id="{2567BD78-4742-C974-CA1B-C841B0E09315}"/>
              </a:ext>
            </a:extLst>
          </p:cNvPr>
          <p:cNvSpPr>
            <a:spLocks noGrp="1"/>
          </p:cNvSpPr>
          <p:nvPr>
            <p:ph sz="quarter" idx="22"/>
          </p:nvPr>
        </p:nvSpPr>
        <p:spPr>
          <a:xfrm>
            <a:off x="5025683" y="1544638"/>
            <a:ext cx="3814574" cy="3160712"/>
          </a:xfrm>
          <a:prstGeom prst="rect">
            <a:avLst/>
          </a:prstGeom>
        </p:spPr>
        <p:txBody>
          <a:bodyPr/>
          <a:lstStyle>
            <a:lvl1pPr>
              <a:lnSpc>
                <a:spcPct val="114000"/>
              </a:lnSpc>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Google Shape;142;p23">
            <a:extLst>
              <a:ext uri="{FF2B5EF4-FFF2-40B4-BE49-F238E27FC236}">
                <a16:creationId xmlns:a16="http://schemas.microsoft.com/office/drawing/2014/main" id="{D0FFB9D7-1B80-DB37-60E1-C1C44BE25194}"/>
              </a:ext>
            </a:extLst>
          </p:cNvPr>
          <p:cNvSpPr/>
          <p:nvPr/>
        </p:nvSpPr>
        <p:spPr>
          <a:xfrm>
            <a:off x="4675160" y="0"/>
            <a:ext cx="446884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6;p14">
            <a:extLst>
              <a:ext uri="{FF2B5EF4-FFF2-40B4-BE49-F238E27FC236}">
                <a16:creationId xmlns:a16="http://schemas.microsoft.com/office/drawing/2014/main" id="{844B0929-AF5F-692E-4605-87E66E56189C}"/>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92866249-7B66-2467-38C5-C6D87C835D50}"/>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Google Shape;173;p25">
            <a:extLst>
              <a:ext uri="{FF2B5EF4-FFF2-40B4-BE49-F238E27FC236}">
                <a16:creationId xmlns:a16="http://schemas.microsoft.com/office/drawing/2014/main" id="{89C65359-DAF2-3394-1B2E-B91B7635D4AE}"/>
              </a:ext>
            </a:extLst>
          </p:cNvPr>
          <p:cNvSpPr/>
          <p:nvPr/>
        </p:nvSpPr>
        <p:spPr>
          <a:xfrm>
            <a:off x="8067676" y="228601"/>
            <a:ext cx="1077917" cy="1543491"/>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sp>
        <p:nvSpPr>
          <p:cNvPr id="15" name="TextBox 14">
            <a:extLst>
              <a:ext uri="{FF2B5EF4-FFF2-40B4-BE49-F238E27FC236}">
                <a16:creationId xmlns:a16="http://schemas.microsoft.com/office/drawing/2014/main" id="{A34699FC-C145-9C2D-ABE2-5B711F70EFF9}"/>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7" name="Google Shape;150;p23">
            <a:extLst>
              <a:ext uri="{FF2B5EF4-FFF2-40B4-BE49-F238E27FC236}">
                <a16:creationId xmlns:a16="http://schemas.microsoft.com/office/drawing/2014/main" id="{06A66CBE-1387-9154-62B5-09B96B6E0622}"/>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42;p23">
            <a:extLst>
              <a:ext uri="{FF2B5EF4-FFF2-40B4-BE49-F238E27FC236}">
                <a16:creationId xmlns:a16="http://schemas.microsoft.com/office/drawing/2014/main" id="{9CDDBAF8-8400-2D60-DE3A-DE905E159665}"/>
              </a:ext>
            </a:extLst>
          </p:cNvPr>
          <p:cNvSpPr/>
          <p:nvPr userDrawn="1"/>
        </p:nvSpPr>
        <p:spPr>
          <a:xfrm>
            <a:off x="4675160" y="0"/>
            <a:ext cx="446884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6;p14">
            <a:extLst>
              <a:ext uri="{FF2B5EF4-FFF2-40B4-BE49-F238E27FC236}">
                <a16:creationId xmlns:a16="http://schemas.microsoft.com/office/drawing/2014/main" id="{D73D8B5B-75CE-1B98-0846-EBC9FD7360A0}"/>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0" name="Google Shape;60;p14">
            <a:extLst>
              <a:ext uri="{FF2B5EF4-FFF2-40B4-BE49-F238E27FC236}">
                <a16:creationId xmlns:a16="http://schemas.microsoft.com/office/drawing/2014/main" id="{B42CE2D3-EDDD-E7A3-A73D-54C1D0221500}"/>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21" name="Google Shape;173;p25">
            <a:extLst>
              <a:ext uri="{FF2B5EF4-FFF2-40B4-BE49-F238E27FC236}">
                <a16:creationId xmlns:a16="http://schemas.microsoft.com/office/drawing/2014/main" id="{6F4D6425-65B3-6AEE-FE25-7D502494EAAC}"/>
              </a:ext>
            </a:extLst>
          </p:cNvPr>
          <p:cNvSpPr/>
          <p:nvPr userDrawn="1"/>
        </p:nvSpPr>
        <p:spPr>
          <a:xfrm>
            <a:off x="8067676" y="228601"/>
            <a:ext cx="1077917" cy="1543491"/>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sp>
        <p:nvSpPr>
          <p:cNvPr id="22" name="TextBox 21">
            <a:extLst>
              <a:ext uri="{FF2B5EF4-FFF2-40B4-BE49-F238E27FC236}">
                <a16:creationId xmlns:a16="http://schemas.microsoft.com/office/drawing/2014/main" id="{CA7DF35E-EF99-372E-E0FD-AFAB59767BDC}"/>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23" name="Google Shape;150;p23">
            <a:extLst>
              <a:ext uri="{FF2B5EF4-FFF2-40B4-BE49-F238E27FC236}">
                <a16:creationId xmlns:a16="http://schemas.microsoft.com/office/drawing/2014/main" id="{5CEBF7C6-A4CC-E587-CEAC-97B4E0502E45}"/>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4491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ark Blue Left Bar">
    <p:spTree>
      <p:nvGrpSpPr>
        <p:cNvPr id="1" name=""/>
        <p:cNvGrpSpPr/>
        <p:nvPr/>
      </p:nvGrpSpPr>
      <p:grpSpPr>
        <a:xfrm>
          <a:off x="0" y="0"/>
          <a:ext cx="0" cy="0"/>
          <a:chOff x="0" y="0"/>
          <a:chExt cx="0" cy="0"/>
        </a:xfrm>
      </p:grpSpPr>
      <p:sp>
        <p:nvSpPr>
          <p:cNvPr id="12" name="Google Shape;142;p23">
            <a:extLst>
              <a:ext uri="{FF2B5EF4-FFF2-40B4-BE49-F238E27FC236}">
                <a16:creationId xmlns:a16="http://schemas.microsoft.com/office/drawing/2014/main" id="{20296E92-7094-A702-9723-6C0F91656D60}"/>
              </a:ext>
            </a:extLst>
          </p:cNvPr>
          <p:cNvSpPr/>
          <p:nvPr/>
        </p:nvSpPr>
        <p:spPr>
          <a:xfrm>
            <a:off x="0" y="0"/>
            <a:ext cx="273138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a:xfrm>
            <a:off x="353539" y="291988"/>
            <a:ext cx="2377841" cy="473131"/>
          </a:xfrm>
        </p:spPr>
        <p:txBody>
          <a:bodyPr>
            <a:noAutofit/>
          </a:bodyPr>
          <a:lstStyle>
            <a:lvl1pPr>
              <a:defRPr sz="2600" b="1">
                <a:solidFill>
                  <a:schemeClr val="bg1"/>
                </a:solidFill>
              </a:defRPr>
            </a:lvl1pPr>
          </a:lstStyle>
          <a:p>
            <a:r>
              <a:rPr lang="en-US"/>
              <a:t>Click to edit Master title style</a:t>
            </a:r>
            <a:endParaRPr lang="en-US" dirty="0"/>
          </a:p>
        </p:txBody>
      </p:sp>
      <p:sp>
        <p:nvSpPr>
          <p:cNvPr id="13" name="Google Shape;173;p25">
            <a:extLst>
              <a:ext uri="{FF2B5EF4-FFF2-40B4-BE49-F238E27FC236}">
                <a16:creationId xmlns:a16="http://schemas.microsoft.com/office/drawing/2014/main" id="{A10AF59D-ABBE-0951-4030-2A73CC651E5F}"/>
              </a:ext>
            </a:extLst>
          </p:cNvPr>
          <p:cNvSpPr/>
          <p:nvPr/>
        </p:nvSpPr>
        <p:spPr>
          <a:xfrm>
            <a:off x="8067676" y="228601"/>
            <a:ext cx="1077917" cy="1543491"/>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sp>
        <p:nvSpPr>
          <p:cNvPr id="14" name="TextBox 13">
            <a:extLst>
              <a:ext uri="{FF2B5EF4-FFF2-40B4-BE49-F238E27FC236}">
                <a16:creationId xmlns:a16="http://schemas.microsoft.com/office/drawing/2014/main" id="{E79F42F5-0329-A383-74D4-0B757CFCAD0C}"/>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3" name="TextBox 2">
            <a:extLst>
              <a:ext uri="{FF2B5EF4-FFF2-40B4-BE49-F238E27FC236}">
                <a16:creationId xmlns:a16="http://schemas.microsoft.com/office/drawing/2014/main" id="{D489FA23-8BD3-56D4-BB4A-5BE09B8CB651}"/>
              </a:ext>
            </a:extLst>
          </p:cNvPr>
          <p:cNvSpPr txBox="1"/>
          <p:nvPr/>
        </p:nvSpPr>
        <p:spPr>
          <a:xfrm>
            <a:off x="8334249"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4" name="Google Shape;150;p23">
            <a:extLst>
              <a:ext uri="{FF2B5EF4-FFF2-40B4-BE49-F238E27FC236}">
                <a16:creationId xmlns:a16="http://schemas.microsoft.com/office/drawing/2014/main" id="{4C9665B1-5647-673F-BAF3-3DE55536918A}"/>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Content Placeholder 2">
            <a:extLst>
              <a:ext uri="{FF2B5EF4-FFF2-40B4-BE49-F238E27FC236}">
                <a16:creationId xmlns:a16="http://schemas.microsoft.com/office/drawing/2014/main" id="{35E79355-6C73-910D-8667-2AC02482BFD4}"/>
              </a:ext>
            </a:extLst>
          </p:cNvPr>
          <p:cNvSpPr>
            <a:spLocks noGrp="1"/>
          </p:cNvSpPr>
          <p:nvPr>
            <p:ph sz="quarter" idx="22"/>
          </p:nvPr>
        </p:nvSpPr>
        <p:spPr>
          <a:xfrm>
            <a:off x="457195" y="1527328"/>
            <a:ext cx="2133605" cy="2940580"/>
          </a:xfrm>
          <a:prstGeom prst="rect">
            <a:avLst/>
          </a:prstGeom>
        </p:spPr>
        <p:txBody>
          <a:bodyPr/>
          <a:lstStyle>
            <a:lvl1pPr>
              <a:lnSpc>
                <a:spcPct val="114000"/>
              </a:lnSpc>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Google Shape;56;p14">
            <a:extLst>
              <a:ext uri="{FF2B5EF4-FFF2-40B4-BE49-F238E27FC236}">
                <a16:creationId xmlns:a16="http://schemas.microsoft.com/office/drawing/2014/main" id="{B49EAA89-4C06-72E7-DA28-ECAC6E44B8EA}"/>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F2957501-7DB5-338F-9A22-6347DAAFE8D4}"/>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5" name="Google Shape;142;p23">
            <a:extLst>
              <a:ext uri="{FF2B5EF4-FFF2-40B4-BE49-F238E27FC236}">
                <a16:creationId xmlns:a16="http://schemas.microsoft.com/office/drawing/2014/main" id="{06416D31-9899-FA40-6818-F6132DAB649F}"/>
              </a:ext>
            </a:extLst>
          </p:cNvPr>
          <p:cNvSpPr/>
          <p:nvPr/>
        </p:nvSpPr>
        <p:spPr>
          <a:xfrm>
            <a:off x="0" y="0"/>
            <a:ext cx="273138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3;p25">
            <a:extLst>
              <a:ext uri="{FF2B5EF4-FFF2-40B4-BE49-F238E27FC236}">
                <a16:creationId xmlns:a16="http://schemas.microsoft.com/office/drawing/2014/main" id="{7A56F632-1500-E82C-6F95-9968FD757A1C}"/>
              </a:ext>
            </a:extLst>
          </p:cNvPr>
          <p:cNvSpPr/>
          <p:nvPr/>
        </p:nvSpPr>
        <p:spPr>
          <a:xfrm>
            <a:off x="8067676" y="228601"/>
            <a:ext cx="1077917" cy="1543491"/>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sp>
        <p:nvSpPr>
          <p:cNvPr id="9" name="TextBox 8">
            <a:extLst>
              <a:ext uri="{FF2B5EF4-FFF2-40B4-BE49-F238E27FC236}">
                <a16:creationId xmlns:a16="http://schemas.microsoft.com/office/drawing/2014/main" id="{B72899C4-BE88-F76B-4034-828933E87A19}"/>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1" name="TextBox 10">
            <a:extLst>
              <a:ext uri="{FF2B5EF4-FFF2-40B4-BE49-F238E27FC236}">
                <a16:creationId xmlns:a16="http://schemas.microsoft.com/office/drawing/2014/main" id="{F0120C26-E977-6CF4-23D9-AEC0299FFAE1}"/>
              </a:ext>
            </a:extLst>
          </p:cNvPr>
          <p:cNvSpPr txBox="1"/>
          <p:nvPr/>
        </p:nvSpPr>
        <p:spPr>
          <a:xfrm>
            <a:off x="8334249"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5" name="Google Shape;150;p23">
            <a:extLst>
              <a:ext uri="{FF2B5EF4-FFF2-40B4-BE49-F238E27FC236}">
                <a16:creationId xmlns:a16="http://schemas.microsoft.com/office/drawing/2014/main" id="{A3A0DB35-A63D-3274-BC5A-DCCAF5A861DE}"/>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6;p14">
            <a:extLst>
              <a:ext uri="{FF2B5EF4-FFF2-40B4-BE49-F238E27FC236}">
                <a16:creationId xmlns:a16="http://schemas.microsoft.com/office/drawing/2014/main" id="{B7E163C5-3D7D-2213-B0E6-B58E47D268E1}"/>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60;p14">
            <a:extLst>
              <a:ext uri="{FF2B5EF4-FFF2-40B4-BE49-F238E27FC236}">
                <a16:creationId xmlns:a16="http://schemas.microsoft.com/office/drawing/2014/main" id="{702F6195-54EF-26AB-9821-6D4596BA72C8}"/>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18" name="Google Shape;142;p23">
            <a:extLst>
              <a:ext uri="{FF2B5EF4-FFF2-40B4-BE49-F238E27FC236}">
                <a16:creationId xmlns:a16="http://schemas.microsoft.com/office/drawing/2014/main" id="{C68CD9CF-C05C-2C34-6A24-0C2C9835DDA0}"/>
              </a:ext>
            </a:extLst>
          </p:cNvPr>
          <p:cNvSpPr/>
          <p:nvPr userDrawn="1"/>
        </p:nvSpPr>
        <p:spPr>
          <a:xfrm>
            <a:off x="0" y="0"/>
            <a:ext cx="273138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3;p25">
            <a:extLst>
              <a:ext uri="{FF2B5EF4-FFF2-40B4-BE49-F238E27FC236}">
                <a16:creationId xmlns:a16="http://schemas.microsoft.com/office/drawing/2014/main" id="{913ABB80-F462-70B4-5CA1-915412CB7FAA}"/>
              </a:ext>
            </a:extLst>
          </p:cNvPr>
          <p:cNvSpPr/>
          <p:nvPr userDrawn="1"/>
        </p:nvSpPr>
        <p:spPr>
          <a:xfrm>
            <a:off x="8067676" y="228601"/>
            <a:ext cx="1077917" cy="1543491"/>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sp>
        <p:nvSpPr>
          <p:cNvPr id="20" name="TextBox 19">
            <a:extLst>
              <a:ext uri="{FF2B5EF4-FFF2-40B4-BE49-F238E27FC236}">
                <a16:creationId xmlns:a16="http://schemas.microsoft.com/office/drawing/2014/main" id="{87E2BA70-C6E9-492D-C258-2CD14E7DAEFA}"/>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21" name="TextBox 20">
            <a:extLst>
              <a:ext uri="{FF2B5EF4-FFF2-40B4-BE49-F238E27FC236}">
                <a16:creationId xmlns:a16="http://schemas.microsoft.com/office/drawing/2014/main" id="{3BDBD98C-89CC-E3D1-AD8B-EBCE0B5447E9}"/>
              </a:ext>
            </a:extLst>
          </p:cNvPr>
          <p:cNvSpPr txBox="1"/>
          <p:nvPr userDrawn="1"/>
        </p:nvSpPr>
        <p:spPr>
          <a:xfrm>
            <a:off x="8334249"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22" name="Google Shape;150;p23">
            <a:extLst>
              <a:ext uri="{FF2B5EF4-FFF2-40B4-BE49-F238E27FC236}">
                <a16:creationId xmlns:a16="http://schemas.microsoft.com/office/drawing/2014/main" id="{AB349951-AE01-17EE-97FF-03E7FEB5C0F7}"/>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6;p14">
            <a:extLst>
              <a:ext uri="{FF2B5EF4-FFF2-40B4-BE49-F238E27FC236}">
                <a16:creationId xmlns:a16="http://schemas.microsoft.com/office/drawing/2014/main" id="{87BBE3E9-9BE9-95E6-955D-564E19391AEC}"/>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4" name="Google Shape;60;p14">
            <a:extLst>
              <a:ext uri="{FF2B5EF4-FFF2-40B4-BE49-F238E27FC236}">
                <a16:creationId xmlns:a16="http://schemas.microsoft.com/office/drawing/2014/main" id="{DC18EDD4-B56B-84FE-E308-36D5945D5A07}"/>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11503912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footer only)">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2" name="Google Shape;56;p14">
            <a:extLst>
              <a:ext uri="{FF2B5EF4-FFF2-40B4-BE49-F238E27FC236}">
                <a16:creationId xmlns:a16="http://schemas.microsoft.com/office/drawing/2014/main" id="{84366741-0379-76B3-ABA8-B7E1E0B9078C}"/>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3" name="Google Shape;60;p14">
            <a:extLst>
              <a:ext uri="{FF2B5EF4-FFF2-40B4-BE49-F238E27FC236}">
                <a16:creationId xmlns:a16="http://schemas.microsoft.com/office/drawing/2014/main" id="{F537C9F7-8DD4-9BFC-D28D-76C1A5EC8895}"/>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4" name="TextBox 3">
            <a:extLst>
              <a:ext uri="{FF2B5EF4-FFF2-40B4-BE49-F238E27FC236}">
                <a16:creationId xmlns:a16="http://schemas.microsoft.com/office/drawing/2014/main" id="{7460A82C-1631-91FA-886E-C908C25FBF21}"/>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5" name="Google Shape;56;p14">
            <a:extLst>
              <a:ext uri="{FF2B5EF4-FFF2-40B4-BE49-F238E27FC236}">
                <a16:creationId xmlns:a16="http://schemas.microsoft.com/office/drawing/2014/main" id="{741FC02B-FE9A-F5B8-92BE-30781A273C67}"/>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60;p14">
            <a:extLst>
              <a:ext uri="{FF2B5EF4-FFF2-40B4-BE49-F238E27FC236}">
                <a16:creationId xmlns:a16="http://schemas.microsoft.com/office/drawing/2014/main" id="{69890D6D-37E4-6BCE-6CCE-F913347E704D}"/>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7" name="TextBox 6">
            <a:extLst>
              <a:ext uri="{FF2B5EF4-FFF2-40B4-BE49-F238E27FC236}">
                <a16:creationId xmlns:a16="http://schemas.microsoft.com/office/drawing/2014/main" id="{68CAB7CB-4E8F-21EC-BD9B-41F4820A449A}"/>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Tree>
    <p:extLst>
      <p:ext uri="{BB962C8B-B14F-4D97-AF65-F5344CB8AC3E}">
        <p14:creationId xmlns:p14="http://schemas.microsoft.com/office/powerpoint/2010/main" val="11827007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ver 01">
    <p:bg>
      <p:bgPr>
        <a:solidFill>
          <a:schemeClr val="accent1"/>
        </a:solidFill>
        <a:effectLst/>
      </p:bgPr>
    </p:bg>
    <p:spTree>
      <p:nvGrpSpPr>
        <p:cNvPr id="1" name=""/>
        <p:cNvGrpSpPr/>
        <p:nvPr/>
      </p:nvGrpSpPr>
      <p:grpSpPr>
        <a:xfrm>
          <a:off x="0" y="0"/>
          <a:ext cx="0" cy="0"/>
          <a:chOff x="0" y="0"/>
          <a:chExt cx="0" cy="0"/>
        </a:xfrm>
      </p:grpSpPr>
      <p:grpSp>
        <p:nvGrpSpPr>
          <p:cNvPr id="12" name="Google Shape;187;p27">
            <a:extLst>
              <a:ext uri="{FF2B5EF4-FFF2-40B4-BE49-F238E27FC236}">
                <a16:creationId xmlns:a16="http://schemas.microsoft.com/office/drawing/2014/main" id="{D2CD792D-9D0E-7154-1D48-7E137433CC92}"/>
              </a:ext>
            </a:extLst>
          </p:cNvPr>
          <p:cNvGrpSpPr/>
          <p:nvPr/>
        </p:nvGrpSpPr>
        <p:grpSpPr>
          <a:xfrm>
            <a:off x="0" y="3771936"/>
            <a:ext cx="9143997" cy="1371564"/>
            <a:chOff x="-10" y="3735321"/>
            <a:chExt cx="9139427" cy="1408177"/>
          </a:xfrm>
        </p:grpSpPr>
        <p:pic>
          <p:nvPicPr>
            <p:cNvPr id="13" name="Google Shape;188;p27">
              <a:extLst>
                <a:ext uri="{FF2B5EF4-FFF2-40B4-BE49-F238E27FC236}">
                  <a16:creationId xmlns:a16="http://schemas.microsoft.com/office/drawing/2014/main" id="{294BDD61-B66B-EA4E-02A2-C849BC1D4DD0}"/>
                </a:ext>
              </a:extLst>
            </p:cNvPr>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14" name="Google Shape;189;p27">
              <a:extLst>
                <a:ext uri="{FF2B5EF4-FFF2-40B4-BE49-F238E27FC236}">
                  <a16:creationId xmlns:a16="http://schemas.microsoft.com/office/drawing/2014/main" id="{0C496021-1805-CB5A-DD3C-3599E614033B}"/>
                </a:ext>
              </a:extLst>
            </p:cNvPr>
            <p:cNvPicPr preferRelativeResize="0"/>
            <p:nvPr/>
          </p:nvPicPr>
          <p:blipFill rotWithShape="1">
            <a:blip r:embed="rId3">
              <a:alphaModFix/>
            </a:blip>
            <a:srcRect t="139" b="139"/>
            <a:stretch/>
          </p:blipFill>
          <p:spPr>
            <a:xfrm>
              <a:off x="3049515" y="3735321"/>
              <a:ext cx="3044952" cy="1408177"/>
            </a:xfrm>
            <a:prstGeom prst="rect">
              <a:avLst/>
            </a:prstGeom>
            <a:noFill/>
            <a:ln>
              <a:noFill/>
            </a:ln>
          </p:spPr>
        </p:pic>
        <p:pic>
          <p:nvPicPr>
            <p:cNvPr id="15" name="Google Shape;190;p27">
              <a:extLst>
                <a:ext uri="{FF2B5EF4-FFF2-40B4-BE49-F238E27FC236}">
                  <a16:creationId xmlns:a16="http://schemas.microsoft.com/office/drawing/2014/main" id="{0F8328AB-2E67-4244-956C-F3F118248A25}"/>
                </a:ext>
              </a:extLst>
            </p:cNvPr>
            <p:cNvPicPr preferRelativeResize="0"/>
            <p:nvPr/>
          </p:nvPicPr>
          <p:blipFill rotWithShape="1">
            <a:blip r:embed="rId4">
              <a:alphaModFix/>
            </a:blip>
            <a:srcRect t="139" b="139"/>
            <a:stretch/>
          </p:blipFill>
          <p:spPr>
            <a:xfrm>
              <a:off x="6094465" y="3735321"/>
              <a:ext cx="3044952" cy="1408177"/>
            </a:xfrm>
            <a:prstGeom prst="rect">
              <a:avLst/>
            </a:prstGeom>
            <a:noFill/>
            <a:ln>
              <a:noFill/>
            </a:ln>
          </p:spPr>
        </p:pic>
      </p:grpSp>
      <p:sp>
        <p:nvSpPr>
          <p:cNvPr id="2" name="Title 1"/>
          <p:cNvSpPr>
            <a:spLocks noGrp="1"/>
          </p:cNvSpPr>
          <p:nvPr>
            <p:ph type="ctrTitle"/>
          </p:nvPr>
        </p:nvSpPr>
        <p:spPr>
          <a:xfrm>
            <a:off x="352602" y="1956685"/>
            <a:ext cx="8372297" cy="1162750"/>
          </a:xfrm>
        </p:spPr>
        <p:txBody>
          <a:bodyPr anchor="b"/>
          <a:lstStyle>
            <a:lvl1pPr algn="l">
              <a:lnSpc>
                <a:spcPct val="85000"/>
              </a:lnSpc>
              <a:defRPr sz="4400" b="1" i="0" cap="all"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364876" y="3131803"/>
            <a:ext cx="8372297" cy="409338"/>
          </a:xfrm>
          <a:prstGeom prst="rect">
            <a:avLst/>
          </a:prstGeom>
        </p:spPr>
        <p:txBody>
          <a:bodyPr tIns="0">
            <a:noAutofit/>
          </a:bodyPr>
          <a:lstStyle>
            <a:lvl1pPr marL="0" indent="0" algn="l">
              <a:buNone/>
              <a:defRPr sz="1800" b="1">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8" name="Google Shape;56;p14">
            <a:extLst>
              <a:ext uri="{FF2B5EF4-FFF2-40B4-BE49-F238E27FC236}">
                <a16:creationId xmlns:a16="http://schemas.microsoft.com/office/drawing/2014/main" id="{C609C043-DFE7-5188-1123-0B1C42A7C4D1}"/>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195;p27">
            <a:extLst>
              <a:ext uri="{FF2B5EF4-FFF2-40B4-BE49-F238E27FC236}">
                <a16:creationId xmlns:a16="http://schemas.microsoft.com/office/drawing/2014/main" id="{FB8E2E24-3074-B2B7-CB91-8FD122C1F814}"/>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24" name="Content Placeholder 22">
            <a:extLst>
              <a:ext uri="{FF2B5EF4-FFF2-40B4-BE49-F238E27FC236}">
                <a16:creationId xmlns:a16="http://schemas.microsoft.com/office/drawing/2014/main" id="{AC8C4274-C67A-0600-F861-FBC656C87CFC}"/>
              </a:ext>
            </a:extLst>
          </p:cNvPr>
          <p:cNvSpPr>
            <a:spLocks noGrp="1"/>
          </p:cNvSpPr>
          <p:nvPr>
            <p:ph sz="quarter" idx="10"/>
          </p:nvPr>
        </p:nvSpPr>
        <p:spPr>
          <a:xfrm>
            <a:off x="364876" y="4184596"/>
            <a:ext cx="3635375" cy="379413"/>
          </a:xfrm>
          <a:prstGeom prst="rect">
            <a:avLst/>
          </a:prstGeom>
        </p:spPr>
        <p:txBody>
          <a:bodyPr anchor="b">
            <a:noAutofit/>
          </a:bodyPr>
          <a:lstStyle>
            <a:lvl1pPr marL="0" indent="0">
              <a:buNone/>
              <a:defRPr sz="1400" b="1">
                <a:solidFill>
                  <a:schemeClr val="tx1"/>
                </a:solidFill>
              </a:defRPr>
            </a:lvl1pPr>
            <a:lvl2pPr marL="342900" indent="0">
              <a:buNone/>
              <a:defRPr sz="1400"/>
            </a:lvl2pPr>
            <a:lvl3pPr marL="685800" indent="0">
              <a:buNone/>
              <a:defRPr sz="1400"/>
            </a:lvl3pPr>
            <a:lvl4pPr marL="1028700" indent="0">
              <a:buNone/>
              <a:defRPr sz="1400"/>
            </a:lvl4pPr>
            <a:lvl5pPr marL="1371600" indent="0">
              <a:buNone/>
              <a:defRPr sz="1400"/>
            </a:lvl5pPr>
          </a:lstStyle>
          <a:p>
            <a:pPr lvl="0"/>
            <a:r>
              <a:rPr lang="en-US"/>
              <a:t>Click to edit Master text styles</a:t>
            </a:r>
          </a:p>
        </p:txBody>
      </p:sp>
      <p:sp>
        <p:nvSpPr>
          <p:cNvPr id="4" name="Google Shape;312;p42">
            <a:extLst>
              <a:ext uri="{FF2B5EF4-FFF2-40B4-BE49-F238E27FC236}">
                <a16:creationId xmlns:a16="http://schemas.microsoft.com/office/drawing/2014/main" id="{1591503E-8CB9-FC42-F0AE-B58DAA9DF0B4}"/>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5" name="Google Shape;187;p27">
            <a:extLst>
              <a:ext uri="{FF2B5EF4-FFF2-40B4-BE49-F238E27FC236}">
                <a16:creationId xmlns:a16="http://schemas.microsoft.com/office/drawing/2014/main" id="{5D125E31-9219-407D-7AA5-4790E9848DC0}"/>
              </a:ext>
            </a:extLst>
          </p:cNvPr>
          <p:cNvGrpSpPr/>
          <p:nvPr/>
        </p:nvGrpSpPr>
        <p:grpSpPr>
          <a:xfrm>
            <a:off x="0" y="3771936"/>
            <a:ext cx="9143997" cy="1371564"/>
            <a:chOff x="-10" y="3735321"/>
            <a:chExt cx="9139427" cy="1408177"/>
          </a:xfrm>
        </p:grpSpPr>
        <p:pic>
          <p:nvPicPr>
            <p:cNvPr id="6" name="Google Shape;188;p27">
              <a:extLst>
                <a:ext uri="{FF2B5EF4-FFF2-40B4-BE49-F238E27FC236}">
                  <a16:creationId xmlns:a16="http://schemas.microsoft.com/office/drawing/2014/main" id="{4F9EC6E6-C430-F191-A326-935144C130C9}"/>
                </a:ext>
              </a:extLst>
            </p:cNvPr>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7" name="Google Shape;189;p27">
              <a:extLst>
                <a:ext uri="{FF2B5EF4-FFF2-40B4-BE49-F238E27FC236}">
                  <a16:creationId xmlns:a16="http://schemas.microsoft.com/office/drawing/2014/main" id="{5536DFA2-D5A6-858A-695F-2BC6E8B494DD}"/>
                </a:ext>
              </a:extLst>
            </p:cNvPr>
            <p:cNvPicPr preferRelativeResize="0"/>
            <p:nvPr/>
          </p:nvPicPr>
          <p:blipFill rotWithShape="1">
            <a:blip r:embed="rId3">
              <a:alphaModFix/>
            </a:blip>
            <a:srcRect t="139" b="139"/>
            <a:stretch/>
          </p:blipFill>
          <p:spPr>
            <a:xfrm>
              <a:off x="3049515" y="3735321"/>
              <a:ext cx="3044952" cy="1408177"/>
            </a:xfrm>
            <a:prstGeom prst="rect">
              <a:avLst/>
            </a:prstGeom>
            <a:noFill/>
            <a:ln>
              <a:noFill/>
            </a:ln>
          </p:spPr>
        </p:pic>
        <p:pic>
          <p:nvPicPr>
            <p:cNvPr id="9" name="Google Shape;190;p27">
              <a:extLst>
                <a:ext uri="{FF2B5EF4-FFF2-40B4-BE49-F238E27FC236}">
                  <a16:creationId xmlns:a16="http://schemas.microsoft.com/office/drawing/2014/main" id="{D6A0656D-6493-1A90-31D5-871531CA8193}"/>
                </a:ext>
              </a:extLst>
            </p:cNvPr>
            <p:cNvPicPr preferRelativeResize="0"/>
            <p:nvPr/>
          </p:nvPicPr>
          <p:blipFill rotWithShape="1">
            <a:blip r:embed="rId4">
              <a:alphaModFix/>
            </a:blip>
            <a:srcRect t="139" b="139"/>
            <a:stretch/>
          </p:blipFill>
          <p:spPr>
            <a:xfrm>
              <a:off x="6094465" y="3735321"/>
              <a:ext cx="3044952" cy="1408177"/>
            </a:xfrm>
            <a:prstGeom prst="rect">
              <a:avLst/>
            </a:prstGeom>
            <a:noFill/>
            <a:ln>
              <a:noFill/>
            </a:ln>
          </p:spPr>
        </p:pic>
      </p:grpSp>
      <p:sp>
        <p:nvSpPr>
          <p:cNvPr id="10" name="Google Shape;56;p14">
            <a:extLst>
              <a:ext uri="{FF2B5EF4-FFF2-40B4-BE49-F238E27FC236}">
                <a16:creationId xmlns:a16="http://schemas.microsoft.com/office/drawing/2014/main" id="{1C59E60C-CB4C-CAB2-67BB-00C77CE595AA}"/>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1" name="Google Shape;195;p27">
            <a:extLst>
              <a:ext uri="{FF2B5EF4-FFF2-40B4-BE49-F238E27FC236}">
                <a16:creationId xmlns:a16="http://schemas.microsoft.com/office/drawing/2014/main" id="{CB0D75CA-9092-11DB-9ADA-64FECB280163}"/>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6" name="Google Shape;312;p42">
            <a:extLst>
              <a:ext uri="{FF2B5EF4-FFF2-40B4-BE49-F238E27FC236}">
                <a16:creationId xmlns:a16="http://schemas.microsoft.com/office/drawing/2014/main" id="{B37774FD-9812-834B-3468-2ACD3514F2C2}"/>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18" name="Google Shape;187;p27">
            <a:extLst>
              <a:ext uri="{FF2B5EF4-FFF2-40B4-BE49-F238E27FC236}">
                <a16:creationId xmlns:a16="http://schemas.microsoft.com/office/drawing/2014/main" id="{9FEB134A-416D-6C7B-7F6E-D32E2814713E}"/>
              </a:ext>
            </a:extLst>
          </p:cNvPr>
          <p:cNvGrpSpPr/>
          <p:nvPr userDrawn="1"/>
        </p:nvGrpSpPr>
        <p:grpSpPr>
          <a:xfrm>
            <a:off x="0" y="3771936"/>
            <a:ext cx="9143997" cy="1371564"/>
            <a:chOff x="-10" y="3735321"/>
            <a:chExt cx="9139427" cy="1408177"/>
          </a:xfrm>
        </p:grpSpPr>
        <p:pic>
          <p:nvPicPr>
            <p:cNvPr id="19" name="Google Shape;188;p27">
              <a:extLst>
                <a:ext uri="{FF2B5EF4-FFF2-40B4-BE49-F238E27FC236}">
                  <a16:creationId xmlns:a16="http://schemas.microsoft.com/office/drawing/2014/main" id="{9A7099F7-D12D-E882-59C8-54B19FE250D6}"/>
                </a:ext>
              </a:extLst>
            </p:cNvPr>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20" name="Google Shape;189;p27">
              <a:extLst>
                <a:ext uri="{FF2B5EF4-FFF2-40B4-BE49-F238E27FC236}">
                  <a16:creationId xmlns:a16="http://schemas.microsoft.com/office/drawing/2014/main" id="{D67FD1B4-9803-3CF8-54F1-C302E0A8296C}"/>
                </a:ext>
              </a:extLst>
            </p:cNvPr>
            <p:cNvPicPr preferRelativeResize="0"/>
            <p:nvPr userDrawn="1"/>
          </p:nvPicPr>
          <p:blipFill rotWithShape="1">
            <a:blip r:embed="rId3">
              <a:alphaModFix/>
            </a:blip>
            <a:srcRect t="139" b="139"/>
            <a:stretch/>
          </p:blipFill>
          <p:spPr>
            <a:xfrm>
              <a:off x="3049515" y="3735321"/>
              <a:ext cx="3044952" cy="1408177"/>
            </a:xfrm>
            <a:prstGeom prst="rect">
              <a:avLst/>
            </a:prstGeom>
            <a:noFill/>
            <a:ln>
              <a:noFill/>
            </a:ln>
          </p:spPr>
        </p:pic>
        <p:pic>
          <p:nvPicPr>
            <p:cNvPr id="21" name="Google Shape;190;p27">
              <a:extLst>
                <a:ext uri="{FF2B5EF4-FFF2-40B4-BE49-F238E27FC236}">
                  <a16:creationId xmlns:a16="http://schemas.microsoft.com/office/drawing/2014/main" id="{4541A2A9-70E3-5E79-052A-8E3935082CA8}"/>
                </a:ext>
              </a:extLst>
            </p:cNvPr>
            <p:cNvPicPr preferRelativeResize="0"/>
            <p:nvPr/>
          </p:nvPicPr>
          <p:blipFill rotWithShape="1">
            <a:blip r:embed="rId4">
              <a:alphaModFix/>
            </a:blip>
            <a:srcRect t="139" b="139"/>
            <a:stretch/>
          </p:blipFill>
          <p:spPr>
            <a:xfrm>
              <a:off x="6094465" y="3735321"/>
              <a:ext cx="3044952" cy="1408177"/>
            </a:xfrm>
            <a:prstGeom prst="rect">
              <a:avLst/>
            </a:prstGeom>
            <a:noFill/>
            <a:ln>
              <a:noFill/>
            </a:ln>
          </p:spPr>
        </p:pic>
      </p:grpSp>
      <p:sp>
        <p:nvSpPr>
          <p:cNvPr id="22" name="Google Shape;56;p14">
            <a:extLst>
              <a:ext uri="{FF2B5EF4-FFF2-40B4-BE49-F238E27FC236}">
                <a16:creationId xmlns:a16="http://schemas.microsoft.com/office/drawing/2014/main" id="{D9422024-FF7F-2DDA-3FA8-89A32EECB074}"/>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3" name="Google Shape;195;p27">
            <a:extLst>
              <a:ext uri="{FF2B5EF4-FFF2-40B4-BE49-F238E27FC236}">
                <a16:creationId xmlns:a16="http://schemas.microsoft.com/office/drawing/2014/main" id="{DC8F3D6B-AAC3-5F31-B4FA-1F34D2918FDA}"/>
              </a:ext>
            </a:extLst>
          </p:cNvPr>
          <p:cNvSpPr/>
          <p:nvPr userDrawn="1"/>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25" name="Google Shape;312;p42">
            <a:extLst>
              <a:ext uri="{FF2B5EF4-FFF2-40B4-BE49-F238E27FC236}">
                <a16:creationId xmlns:a16="http://schemas.microsoft.com/office/drawing/2014/main" id="{7BF276F7-91E5-90D7-ABEF-7761E7349F53}"/>
              </a:ext>
            </a:extLst>
          </p:cNvPr>
          <p:cNvSpPr/>
          <p:nvPr userDrawn="1"/>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306108044"/>
      </p:ext>
    </p:extLst>
  </p:cSld>
  <p:clrMapOvr>
    <a:masterClrMapping/>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ver 02">
    <p:bg>
      <p:bgPr>
        <a:solidFill>
          <a:schemeClr val="accent1"/>
        </a:solidFill>
        <a:effectLst/>
      </p:bgPr>
    </p:bg>
    <p:spTree>
      <p:nvGrpSpPr>
        <p:cNvPr id="1" name=""/>
        <p:cNvGrpSpPr/>
        <p:nvPr/>
      </p:nvGrpSpPr>
      <p:grpSpPr>
        <a:xfrm>
          <a:off x="0" y="0"/>
          <a:ext cx="0" cy="0"/>
          <a:chOff x="0" y="0"/>
          <a:chExt cx="0" cy="0"/>
        </a:xfrm>
      </p:grpSpPr>
      <p:grpSp>
        <p:nvGrpSpPr>
          <p:cNvPr id="4" name="Google Shape;197;p28">
            <a:extLst>
              <a:ext uri="{FF2B5EF4-FFF2-40B4-BE49-F238E27FC236}">
                <a16:creationId xmlns:a16="http://schemas.microsoft.com/office/drawing/2014/main" id="{E334A711-9EE0-A19D-F45C-2D7B437C6ABD}"/>
              </a:ext>
            </a:extLst>
          </p:cNvPr>
          <p:cNvGrpSpPr/>
          <p:nvPr/>
        </p:nvGrpSpPr>
        <p:grpSpPr>
          <a:xfrm>
            <a:off x="-2" y="2914850"/>
            <a:ext cx="9143627" cy="2228425"/>
            <a:chOff x="-834856" y="2711517"/>
            <a:chExt cx="9978858" cy="2431981"/>
          </a:xfrm>
        </p:grpSpPr>
        <p:pic>
          <p:nvPicPr>
            <p:cNvPr id="5" name="Google Shape;198;p28">
              <a:extLst>
                <a:ext uri="{FF2B5EF4-FFF2-40B4-BE49-F238E27FC236}">
                  <a16:creationId xmlns:a16="http://schemas.microsoft.com/office/drawing/2014/main" id="{DC8A6625-35A2-10CD-2482-E132F6E8779E}"/>
                </a:ext>
              </a:extLst>
            </p:cNvPr>
            <p:cNvPicPr preferRelativeResize="0"/>
            <p:nvPr/>
          </p:nvPicPr>
          <p:blipFill rotWithShape="1">
            <a:blip r:embed="rId2">
              <a:alphaModFix amt="85000"/>
            </a:blip>
            <a:srcRect l="45992" t="24707" b="30782"/>
            <a:stretch/>
          </p:blipFill>
          <p:spPr>
            <a:xfrm>
              <a:off x="-834856" y="2711517"/>
              <a:ext cx="3540541" cy="2431980"/>
            </a:xfrm>
            <a:prstGeom prst="rect">
              <a:avLst/>
            </a:prstGeom>
            <a:noFill/>
            <a:ln>
              <a:noFill/>
            </a:ln>
          </p:spPr>
        </p:pic>
        <p:pic>
          <p:nvPicPr>
            <p:cNvPr id="6" name="Google Shape;199;p28">
              <a:extLst>
                <a:ext uri="{FF2B5EF4-FFF2-40B4-BE49-F238E27FC236}">
                  <a16:creationId xmlns:a16="http://schemas.microsoft.com/office/drawing/2014/main" id="{3DCB4B56-DF87-5039-B22C-7160128B8233}"/>
                </a:ext>
              </a:extLst>
            </p:cNvPr>
            <p:cNvPicPr preferRelativeResize="0"/>
            <p:nvPr/>
          </p:nvPicPr>
          <p:blipFill rotWithShape="1">
            <a:blip r:embed="rId3">
              <a:alphaModFix amt="85000"/>
            </a:blip>
            <a:srcRect t="25271" r="1931" b="30786"/>
            <a:stretch/>
          </p:blipFill>
          <p:spPr>
            <a:xfrm>
              <a:off x="2715550" y="2742300"/>
              <a:ext cx="6428452" cy="2401198"/>
            </a:xfrm>
            <a:prstGeom prst="rect">
              <a:avLst/>
            </a:prstGeom>
            <a:noFill/>
            <a:ln>
              <a:noFill/>
            </a:ln>
          </p:spPr>
        </p:pic>
      </p:grpSp>
      <p:sp>
        <p:nvSpPr>
          <p:cNvPr id="2" name="Title 1"/>
          <p:cNvSpPr>
            <a:spLocks noGrp="1"/>
          </p:cNvSpPr>
          <p:nvPr>
            <p:ph type="ctrTitle"/>
          </p:nvPr>
        </p:nvSpPr>
        <p:spPr>
          <a:xfrm>
            <a:off x="352603" y="1956685"/>
            <a:ext cx="7254828" cy="1162750"/>
          </a:xfrm>
        </p:spPr>
        <p:txBody>
          <a:bodyPr vert="horz" lIns="91440" tIns="45720" rIns="91440" bIns="0" rtlCol="0" anchor="b">
            <a:noAutofit/>
          </a:bodyPr>
          <a:lstStyle>
            <a:lvl1pPr>
              <a:defRPr lang="en-US" sz="4400" b="1" i="0" cap="all" baseline="0" dirty="0">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sp>
        <p:nvSpPr>
          <p:cNvPr id="3" name="Subtitle 2"/>
          <p:cNvSpPr>
            <a:spLocks noGrp="1"/>
          </p:cNvSpPr>
          <p:nvPr>
            <p:ph type="subTitle" idx="1"/>
          </p:nvPr>
        </p:nvSpPr>
        <p:spPr>
          <a:xfrm>
            <a:off x="364877" y="3131803"/>
            <a:ext cx="8064898" cy="409338"/>
          </a:xfrm>
          <a:prstGeom prst="rect">
            <a:avLst/>
          </a:prstGeom>
        </p:spPr>
        <p:txBody>
          <a:bodyPr tIns="0">
            <a:noAutofit/>
          </a:bodyPr>
          <a:lstStyle>
            <a:lvl1pPr marL="0" indent="0" algn="l">
              <a:buNone/>
              <a:defRPr sz="1800" b="1">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8" name="Google Shape;56;p14">
            <a:extLst>
              <a:ext uri="{FF2B5EF4-FFF2-40B4-BE49-F238E27FC236}">
                <a16:creationId xmlns:a16="http://schemas.microsoft.com/office/drawing/2014/main" id="{C609C043-DFE7-5188-1123-0B1C42A7C4D1}"/>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195;p27">
            <a:extLst>
              <a:ext uri="{FF2B5EF4-FFF2-40B4-BE49-F238E27FC236}">
                <a16:creationId xmlns:a16="http://schemas.microsoft.com/office/drawing/2014/main" id="{FB8E2E24-3074-B2B7-CB91-8FD122C1F814}"/>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9" name="Content Placeholder 22">
            <a:extLst>
              <a:ext uri="{FF2B5EF4-FFF2-40B4-BE49-F238E27FC236}">
                <a16:creationId xmlns:a16="http://schemas.microsoft.com/office/drawing/2014/main" id="{E5E870D2-D674-003F-77CD-50FC9B24997C}"/>
              </a:ext>
            </a:extLst>
          </p:cNvPr>
          <p:cNvSpPr>
            <a:spLocks noGrp="1"/>
          </p:cNvSpPr>
          <p:nvPr>
            <p:ph sz="quarter" idx="10"/>
          </p:nvPr>
        </p:nvSpPr>
        <p:spPr>
          <a:xfrm>
            <a:off x="364876" y="4184596"/>
            <a:ext cx="3635375" cy="379413"/>
          </a:xfrm>
          <a:prstGeom prst="rect">
            <a:avLst/>
          </a:prstGeom>
        </p:spPr>
        <p:txBody>
          <a:bodyPr anchor="b">
            <a:noAutofit/>
          </a:bodyPr>
          <a:lstStyle>
            <a:lvl1pPr marL="0" indent="0">
              <a:buNone/>
              <a:defRPr sz="1400" b="1">
                <a:solidFill>
                  <a:schemeClr val="tx1"/>
                </a:solidFill>
              </a:defRPr>
            </a:lvl1pPr>
            <a:lvl2pPr marL="342900" indent="0">
              <a:buNone/>
              <a:defRPr sz="1400"/>
            </a:lvl2pPr>
            <a:lvl3pPr marL="685800" indent="0">
              <a:buNone/>
              <a:defRPr sz="1400"/>
            </a:lvl3pPr>
            <a:lvl4pPr marL="1028700" indent="0">
              <a:buNone/>
              <a:defRPr sz="1400"/>
            </a:lvl4pPr>
            <a:lvl5pPr marL="1371600" indent="0">
              <a:buNone/>
              <a:defRPr sz="1400"/>
            </a:lvl5pPr>
          </a:lstStyle>
          <a:p>
            <a:pPr lvl="0"/>
            <a:r>
              <a:rPr lang="en-US"/>
              <a:t>Click to edit Master text styles</a:t>
            </a:r>
          </a:p>
        </p:txBody>
      </p:sp>
      <p:sp>
        <p:nvSpPr>
          <p:cNvPr id="7" name="Google Shape;312;p42">
            <a:extLst>
              <a:ext uri="{FF2B5EF4-FFF2-40B4-BE49-F238E27FC236}">
                <a16:creationId xmlns:a16="http://schemas.microsoft.com/office/drawing/2014/main" id="{B384B300-644A-566E-D51D-600516E327D7}"/>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10" name="Google Shape;197;p28">
            <a:extLst>
              <a:ext uri="{FF2B5EF4-FFF2-40B4-BE49-F238E27FC236}">
                <a16:creationId xmlns:a16="http://schemas.microsoft.com/office/drawing/2014/main" id="{A8427D3F-EB8E-86EE-50BB-711BEA91CA26}"/>
              </a:ext>
            </a:extLst>
          </p:cNvPr>
          <p:cNvGrpSpPr/>
          <p:nvPr/>
        </p:nvGrpSpPr>
        <p:grpSpPr>
          <a:xfrm>
            <a:off x="-2" y="2914850"/>
            <a:ext cx="9143627" cy="2228425"/>
            <a:chOff x="-834856" y="2711517"/>
            <a:chExt cx="9978858" cy="2431981"/>
          </a:xfrm>
        </p:grpSpPr>
        <p:pic>
          <p:nvPicPr>
            <p:cNvPr id="11" name="Google Shape;198;p28">
              <a:extLst>
                <a:ext uri="{FF2B5EF4-FFF2-40B4-BE49-F238E27FC236}">
                  <a16:creationId xmlns:a16="http://schemas.microsoft.com/office/drawing/2014/main" id="{588814F5-DEB4-8501-93EF-7624679B3BFF}"/>
                </a:ext>
              </a:extLst>
            </p:cNvPr>
            <p:cNvPicPr preferRelativeResize="0"/>
            <p:nvPr/>
          </p:nvPicPr>
          <p:blipFill rotWithShape="1">
            <a:blip r:embed="rId2">
              <a:alphaModFix amt="85000"/>
            </a:blip>
            <a:srcRect l="45992" t="24707" b="30782"/>
            <a:stretch/>
          </p:blipFill>
          <p:spPr>
            <a:xfrm>
              <a:off x="-834856" y="2711517"/>
              <a:ext cx="3540541" cy="2431980"/>
            </a:xfrm>
            <a:prstGeom prst="rect">
              <a:avLst/>
            </a:prstGeom>
            <a:noFill/>
            <a:ln>
              <a:noFill/>
            </a:ln>
          </p:spPr>
        </p:pic>
        <p:pic>
          <p:nvPicPr>
            <p:cNvPr id="12" name="Google Shape;199;p28">
              <a:extLst>
                <a:ext uri="{FF2B5EF4-FFF2-40B4-BE49-F238E27FC236}">
                  <a16:creationId xmlns:a16="http://schemas.microsoft.com/office/drawing/2014/main" id="{4DB478C0-D60C-AC65-6A26-77790708DB87}"/>
                </a:ext>
              </a:extLst>
            </p:cNvPr>
            <p:cNvPicPr preferRelativeResize="0"/>
            <p:nvPr/>
          </p:nvPicPr>
          <p:blipFill rotWithShape="1">
            <a:blip r:embed="rId3">
              <a:alphaModFix amt="85000"/>
            </a:blip>
            <a:srcRect t="25271" r="1931" b="30786"/>
            <a:stretch/>
          </p:blipFill>
          <p:spPr>
            <a:xfrm>
              <a:off x="2715550" y="2742300"/>
              <a:ext cx="6428452" cy="2401198"/>
            </a:xfrm>
            <a:prstGeom prst="rect">
              <a:avLst/>
            </a:prstGeom>
            <a:noFill/>
            <a:ln>
              <a:noFill/>
            </a:ln>
          </p:spPr>
        </p:pic>
      </p:grpSp>
      <p:sp>
        <p:nvSpPr>
          <p:cNvPr id="13" name="Google Shape;56;p14">
            <a:extLst>
              <a:ext uri="{FF2B5EF4-FFF2-40B4-BE49-F238E27FC236}">
                <a16:creationId xmlns:a16="http://schemas.microsoft.com/office/drawing/2014/main" id="{3B36DFB3-C8B7-9EB3-4F3A-61E13C13AD1C}"/>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195;p27">
            <a:extLst>
              <a:ext uri="{FF2B5EF4-FFF2-40B4-BE49-F238E27FC236}">
                <a16:creationId xmlns:a16="http://schemas.microsoft.com/office/drawing/2014/main" id="{D19AC9D1-5034-2AF3-562F-0B8318710522}"/>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5" name="Google Shape;312;p42">
            <a:extLst>
              <a:ext uri="{FF2B5EF4-FFF2-40B4-BE49-F238E27FC236}">
                <a16:creationId xmlns:a16="http://schemas.microsoft.com/office/drawing/2014/main" id="{5568893E-CF6C-8704-AB24-3D815EA87609}"/>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16" name="Google Shape;197;p28">
            <a:extLst>
              <a:ext uri="{FF2B5EF4-FFF2-40B4-BE49-F238E27FC236}">
                <a16:creationId xmlns:a16="http://schemas.microsoft.com/office/drawing/2014/main" id="{6EAC7623-215F-53D2-7909-6645F1A0712F}"/>
              </a:ext>
            </a:extLst>
          </p:cNvPr>
          <p:cNvGrpSpPr/>
          <p:nvPr userDrawn="1"/>
        </p:nvGrpSpPr>
        <p:grpSpPr>
          <a:xfrm>
            <a:off x="-2" y="2914850"/>
            <a:ext cx="9143627" cy="2228425"/>
            <a:chOff x="-834856" y="2711517"/>
            <a:chExt cx="9978858" cy="2431981"/>
          </a:xfrm>
        </p:grpSpPr>
        <p:pic>
          <p:nvPicPr>
            <p:cNvPr id="18" name="Google Shape;198;p28">
              <a:extLst>
                <a:ext uri="{FF2B5EF4-FFF2-40B4-BE49-F238E27FC236}">
                  <a16:creationId xmlns:a16="http://schemas.microsoft.com/office/drawing/2014/main" id="{546100B3-A16A-51E0-000A-6BF2A8235722}"/>
                </a:ext>
              </a:extLst>
            </p:cNvPr>
            <p:cNvPicPr preferRelativeResize="0"/>
            <p:nvPr/>
          </p:nvPicPr>
          <p:blipFill rotWithShape="1">
            <a:blip r:embed="rId2">
              <a:alphaModFix amt="85000"/>
            </a:blip>
            <a:srcRect l="45992" t="24707" b="30782"/>
            <a:stretch/>
          </p:blipFill>
          <p:spPr>
            <a:xfrm>
              <a:off x="-834856" y="2711517"/>
              <a:ext cx="3540541" cy="2431980"/>
            </a:xfrm>
            <a:prstGeom prst="rect">
              <a:avLst/>
            </a:prstGeom>
            <a:noFill/>
            <a:ln>
              <a:noFill/>
            </a:ln>
          </p:spPr>
        </p:pic>
        <p:pic>
          <p:nvPicPr>
            <p:cNvPr id="19" name="Google Shape;199;p28">
              <a:extLst>
                <a:ext uri="{FF2B5EF4-FFF2-40B4-BE49-F238E27FC236}">
                  <a16:creationId xmlns:a16="http://schemas.microsoft.com/office/drawing/2014/main" id="{62A7B604-857E-2133-F89C-5B639326C59D}"/>
                </a:ext>
              </a:extLst>
            </p:cNvPr>
            <p:cNvPicPr preferRelativeResize="0"/>
            <p:nvPr/>
          </p:nvPicPr>
          <p:blipFill rotWithShape="1">
            <a:blip r:embed="rId3">
              <a:alphaModFix amt="85000"/>
            </a:blip>
            <a:srcRect t="25271" r="1931" b="30786"/>
            <a:stretch/>
          </p:blipFill>
          <p:spPr>
            <a:xfrm>
              <a:off x="2715550" y="2742300"/>
              <a:ext cx="6428452" cy="2401198"/>
            </a:xfrm>
            <a:prstGeom prst="rect">
              <a:avLst/>
            </a:prstGeom>
            <a:noFill/>
            <a:ln>
              <a:noFill/>
            </a:ln>
          </p:spPr>
        </p:pic>
      </p:grpSp>
      <p:sp>
        <p:nvSpPr>
          <p:cNvPr id="20" name="Google Shape;56;p14">
            <a:extLst>
              <a:ext uri="{FF2B5EF4-FFF2-40B4-BE49-F238E27FC236}">
                <a16:creationId xmlns:a16="http://schemas.microsoft.com/office/drawing/2014/main" id="{DDB91D12-B04D-DBD9-C6E3-9A8D4A82EDC0}"/>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1" name="Google Shape;195;p27">
            <a:extLst>
              <a:ext uri="{FF2B5EF4-FFF2-40B4-BE49-F238E27FC236}">
                <a16:creationId xmlns:a16="http://schemas.microsoft.com/office/drawing/2014/main" id="{764EB903-6750-0CA4-56AC-59084A476139}"/>
              </a:ext>
            </a:extLst>
          </p:cNvPr>
          <p:cNvSpPr/>
          <p:nvPr userDrawn="1"/>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22" name="Google Shape;312;p42">
            <a:extLst>
              <a:ext uri="{FF2B5EF4-FFF2-40B4-BE49-F238E27FC236}">
                <a16:creationId xmlns:a16="http://schemas.microsoft.com/office/drawing/2014/main" id="{CA4A0CEB-B494-39B4-89F6-187CE30F6EB5}"/>
              </a:ext>
            </a:extLst>
          </p:cNvPr>
          <p:cNvSpPr/>
          <p:nvPr userDrawn="1"/>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852764322"/>
      </p:ext>
    </p:extLst>
  </p:cSld>
  <p:clrMapOvr>
    <a:masterClrMapping/>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ver 03">
    <p:bg>
      <p:bgPr>
        <a:solidFill>
          <a:schemeClr val="accent1"/>
        </a:solidFill>
        <a:effectLst/>
      </p:bgPr>
    </p:bg>
    <p:spTree>
      <p:nvGrpSpPr>
        <p:cNvPr id="1" name=""/>
        <p:cNvGrpSpPr/>
        <p:nvPr/>
      </p:nvGrpSpPr>
      <p:grpSpPr>
        <a:xfrm>
          <a:off x="0" y="0"/>
          <a:ext cx="0" cy="0"/>
          <a:chOff x="0" y="0"/>
          <a:chExt cx="0" cy="0"/>
        </a:xfrm>
      </p:grpSpPr>
      <p:grpSp>
        <p:nvGrpSpPr>
          <p:cNvPr id="7" name="Google Shape;208;p29">
            <a:extLst>
              <a:ext uri="{FF2B5EF4-FFF2-40B4-BE49-F238E27FC236}">
                <a16:creationId xmlns:a16="http://schemas.microsoft.com/office/drawing/2014/main" id="{2AE7B616-A893-FCC1-436A-094AF25B10D0}"/>
              </a:ext>
            </a:extLst>
          </p:cNvPr>
          <p:cNvGrpSpPr/>
          <p:nvPr/>
        </p:nvGrpSpPr>
        <p:grpSpPr>
          <a:xfrm rot="-5400000">
            <a:off x="5223451" y="1196298"/>
            <a:ext cx="5164226" cy="2747927"/>
            <a:chOff x="1155183" y="3814094"/>
            <a:chExt cx="3118306" cy="1659276"/>
          </a:xfrm>
        </p:grpSpPr>
        <p:pic>
          <p:nvPicPr>
            <p:cNvPr id="9" name="Google Shape;209;p29">
              <a:extLst>
                <a:ext uri="{FF2B5EF4-FFF2-40B4-BE49-F238E27FC236}">
                  <a16:creationId xmlns:a16="http://schemas.microsoft.com/office/drawing/2014/main" id="{F1CA60C3-7E47-7B46-5EA9-337975EF3216}"/>
                </a:ext>
              </a:extLst>
            </p:cNvPr>
            <p:cNvPicPr preferRelativeResize="0"/>
            <p:nvPr/>
          </p:nvPicPr>
          <p:blipFill rotWithShape="1">
            <a:blip r:embed="rId2">
              <a:alphaModFix/>
            </a:blip>
            <a:srcRect l="37919" t="24705" b="10228"/>
            <a:stretch/>
          </p:blipFill>
          <p:spPr>
            <a:xfrm>
              <a:off x="1155183" y="3814094"/>
              <a:ext cx="1891297" cy="1652133"/>
            </a:xfrm>
            <a:prstGeom prst="rect">
              <a:avLst/>
            </a:prstGeom>
            <a:noFill/>
            <a:ln>
              <a:noFill/>
            </a:ln>
          </p:spPr>
        </p:pic>
        <p:pic>
          <p:nvPicPr>
            <p:cNvPr id="10" name="Google Shape;210;p29">
              <a:extLst>
                <a:ext uri="{FF2B5EF4-FFF2-40B4-BE49-F238E27FC236}">
                  <a16:creationId xmlns:a16="http://schemas.microsoft.com/office/drawing/2014/main" id="{71453704-295F-145A-734B-086AC7E582BC}"/>
                </a:ext>
              </a:extLst>
            </p:cNvPr>
            <p:cNvPicPr preferRelativeResize="0"/>
            <p:nvPr/>
          </p:nvPicPr>
          <p:blipFill rotWithShape="1">
            <a:blip r:embed="rId3">
              <a:alphaModFix/>
            </a:blip>
            <a:srcRect t="25270" r="59873" b="9950"/>
            <a:stretch/>
          </p:blipFill>
          <p:spPr>
            <a:xfrm>
              <a:off x="3051053" y="3828390"/>
              <a:ext cx="1222436" cy="1644980"/>
            </a:xfrm>
            <a:prstGeom prst="rect">
              <a:avLst/>
            </a:prstGeom>
            <a:noFill/>
            <a:ln>
              <a:noFill/>
            </a:ln>
          </p:spPr>
        </p:pic>
      </p:grpSp>
      <p:sp>
        <p:nvSpPr>
          <p:cNvPr id="2" name="Title 1"/>
          <p:cNvSpPr>
            <a:spLocks noGrp="1"/>
          </p:cNvSpPr>
          <p:nvPr>
            <p:ph type="ctrTitle"/>
          </p:nvPr>
        </p:nvSpPr>
        <p:spPr>
          <a:xfrm>
            <a:off x="352602" y="1956685"/>
            <a:ext cx="7207695" cy="1162750"/>
          </a:xfrm>
        </p:spPr>
        <p:txBody>
          <a:bodyPr vert="horz" lIns="91440" tIns="45720" rIns="91440" bIns="0" rtlCol="0" anchor="b">
            <a:noAutofit/>
          </a:bodyPr>
          <a:lstStyle>
            <a:lvl1pPr>
              <a:defRPr lang="en-US" sz="4400" b="1" i="0" cap="all" baseline="0" dirty="0">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sp>
        <p:nvSpPr>
          <p:cNvPr id="3" name="Subtitle 2"/>
          <p:cNvSpPr>
            <a:spLocks noGrp="1"/>
          </p:cNvSpPr>
          <p:nvPr>
            <p:ph type="subTitle" idx="1"/>
          </p:nvPr>
        </p:nvSpPr>
        <p:spPr>
          <a:xfrm>
            <a:off x="364877" y="3131803"/>
            <a:ext cx="8064898" cy="409338"/>
          </a:xfrm>
          <a:prstGeom prst="rect">
            <a:avLst/>
          </a:prstGeom>
        </p:spPr>
        <p:txBody>
          <a:bodyPr tIns="0">
            <a:noAutofit/>
          </a:bodyPr>
          <a:lstStyle>
            <a:lvl1pPr marL="0" indent="0" algn="l">
              <a:buNone/>
              <a:defRPr sz="1800" b="1">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8" name="Google Shape;56;p14">
            <a:extLst>
              <a:ext uri="{FF2B5EF4-FFF2-40B4-BE49-F238E27FC236}">
                <a16:creationId xmlns:a16="http://schemas.microsoft.com/office/drawing/2014/main" id="{C609C043-DFE7-5188-1123-0B1C42A7C4D1}"/>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195;p27">
            <a:extLst>
              <a:ext uri="{FF2B5EF4-FFF2-40B4-BE49-F238E27FC236}">
                <a16:creationId xmlns:a16="http://schemas.microsoft.com/office/drawing/2014/main" id="{FB8E2E24-3074-B2B7-CB91-8FD122C1F814}"/>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1" name="Content Placeholder 22">
            <a:extLst>
              <a:ext uri="{FF2B5EF4-FFF2-40B4-BE49-F238E27FC236}">
                <a16:creationId xmlns:a16="http://schemas.microsoft.com/office/drawing/2014/main" id="{C71A5C91-BF88-FAE1-FBFF-10E097A0EE3F}"/>
              </a:ext>
            </a:extLst>
          </p:cNvPr>
          <p:cNvSpPr>
            <a:spLocks noGrp="1"/>
          </p:cNvSpPr>
          <p:nvPr>
            <p:ph sz="quarter" idx="10"/>
          </p:nvPr>
        </p:nvSpPr>
        <p:spPr>
          <a:xfrm>
            <a:off x="364876" y="4184596"/>
            <a:ext cx="3635375" cy="379413"/>
          </a:xfrm>
          <a:prstGeom prst="rect">
            <a:avLst/>
          </a:prstGeom>
        </p:spPr>
        <p:txBody>
          <a:bodyPr anchor="b">
            <a:noAutofit/>
          </a:bodyPr>
          <a:lstStyle>
            <a:lvl1pPr marL="0" indent="0">
              <a:buNone/>
              <a:defRPr sz="1400" b="1">
                <a:solidFill>
                  <a:schemeClr val="tx1"/>
                </a:solidFill>
              </a:defRPr>
            </a:lvl1pPr>
            <a:lvl2pPr marL="342900" indent="0">
              <a:buNone/>
              <a:defRPr sz="1400"/>
            </a:lvl2pPr>
            <a:lvl3pPr marL="685800" indent="0">
              <a:buNone/>
              <a:defRPr sz="1400"/>
            </a:lvl3pPr>
            <a:lvl4pPr marL="1028700" indent="0">
              <a:buNone/>
              <a:defRPr sz="1400"/>
            </a:lvl4pPr>
            <a:lvl5pPr marL="1371600" indent="0">
              <a:buNone/>
              <a:defRPr sz="1400"/>
            </a:lvl5pPr>
          </a:lstStyle>
          <a:p>
            <a:pPr lvl="0"/>
            <a:r>
              <a:rPr lang="en-US"/>
              <a:t>Click to edit Master text styles</a:t>
            </a:r>
          </a:p>
        </p:txBody>
      </p:sp>
      <p:sp>
        <p:nvSpPr>
          <p:cNvPr id="4" name="Google Shape;312;p42">
            <a:extLst>
              <a:ext uri="{FF2B5EF4-FFF2-40B4-BE49-F238E27FC236}">
                <a16:creationId xmlns:a16="http://schemas.microsoft.com/office/drawing/2014/main" id="{1B4CCCF1-A520-0AF5-AC32-7CD8C18A6EC7}"/>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5" name="Google Shape;208;p29">
            <a:extLst>
              <a:ext uri="{FF2B5EF4-FFF2-40B4-BE49-F238E27FC236}">
                <a16:creationId xmlns:a16="http://schemas.microsoft.com/office/drawing/2014/main" id="{A2ABA971-7BF3-68E7-6BE3-B8042BB8F8EF}"/>
              </a:ext>
            </a:extLst>
          </p:cNvPr>
          <p:cNvGrpSpPr/>
          <p:nvPr/>
        </p:nvGrpSpPr>
        <p:grpSpPr>
          <a:xfrm rot="-5400000">
            <a:off x="5223451" y="1196298"/>
            <a:ext cx="5164226" cy="2747927"/>
            <a:chOff x="1155183" y="3814094"/>
            <a:chExt cx="3118306" cy="1659276"/>
          </a:xfrm>
        </p:grpSpPr>
        <p:pic>
          <p:nvPicPr>
            <p:cNvPr id="6" name="Google Shape;209;p29">
              <a:extLst>
                <a:ext uri="{FF2B5EF4-FFF2-40B4-BE49-F238E27FC236}">
                  <a16:creationId xmlns:a16="http://schemas.microsoft.com/office/drawing/2014/main" id="{EECB4F95-9E29-FD12-A07F-B7BA1C70018A}"/>
                </a:ext>
              </a:extLst>
            </p:cNvPr>
            <p:cNvPicPr preferRelativeResize="0"/>
            <p:nvPr/>
          </p:nvPicPr>
          <p:blipFill rotWithShape="1">
            <a:blip r:embed="rId2">
              <a:alphaModFix/>
            </a:blip>
            <a:srcRect l="37919" t="24705" b="10228"/>
            <a:stretch/>
          </p:blipFill>
          <p:spPr>
            <a:xfrm>
              <a:off x="1155183" y="3814094"/>
              <a:ext cx="1891297" cy="1652133"/>
            </a:xfrm>
            <a:prstGeom prst="rect">
              <a:avLst/>
            </a:prstGeom>
            <a:noFill/>
            <a:ln>
              <a:noFill/>
            </a:ln>
          </p:spPr>
        </p:pic>
        <p:pic>
          <p:nvPicPr>
            <p:cNvPr id="12" name="Google Shape;210;p29">
              <a:extLst>
                <a:ext uri="{FF2B5EF4-FFF2-40B4-BE49-F238E27FC236}">
                  <a16:creationId xmlns:a16="http://schemas.microsoft.com/office/drawing/2014/main" id="{0649938E-1FE0-EE3E-4DE8-1DDBD6EFC56D}"/>
                </a:ext>
              </a:extLst>
            </p:cNvPr>
            <p:cNvPicPr preferRelativeResize="0"/>
            <p:nvPr/>
          </p:nvPicPr>
          <p:blipFill rotWithShape="1">
            <a:blip r:embed="rId3">
              <a:alphaModFix/>
            </a:blip>
            <a:srcRect t="25270" r="59873" b="9950"/>
            <a:stretch/>
          </p:blipFill>
          <p:spPr>
            <a:xfrm>
              <a:off x="3051053" y="3828390"/>
              <a:ext cx="1222436" cy="1644980"/>
            </a:xfrm>
            <a:prstGeom prst="rect">
              <a:avLst/>
            </a:prstGeom>
            <a:noFill/>
            <a:ln>
              <a:noFill/>
            </a:ln>
          </p:spPr>
        </p:pic>
      </p:grpSp>
      <p:sp>
        <p:nvSpPr>
          <p:cNvPr id="13" name="Google Shape;56;p14">
            <a:extLst>
              <a:ext uri="{FF2B5EF4-FFF2-40B4-BE49-F238E27FC236}">
                <a16:creationId xmlns:a16="http://schemas.microsoft.com/office/drawing/2014/main" id="{8BCC39F7-B364-17F9-5D9E-B84933751A3B}"/>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195;p27">
            <a:extLst>
              <a:ext uri="{FF2B5EF4-FFF2-40B4-BE49-F238E27FC236}">
                <a16:creationId xmlns:a16="http://schemas.microsoft.com/office/drawing/2014/main" id="{B411B507-E283-877B-22F5-08E1DBC255CE}"/>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5" name="Google Shape;312;p42">
            <a:extLst>
              <a:ext uri="{FF2B5EF4-FFF2-40B4-BE49-F238E27FC236}">
                <a16:creationId xmlns:a16="http://schemas.microsoft.com/office/drawing/2014/main" id="{D5375B7E-C4F5-3563-92DF-EAE21A84E835}"/>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16" name="Google Shape;208;p29">
            <a:extLst>
              <a:ext uri="{FF2B5EF4-FFF2-40B4-BE49-F238E27FC236}">
                <a16:creationId xmlns:a16="http://schemas.microsoft.com/office/drawing/2014/main" id="{D73049C4-44D3-29F3-4BF5-FA152D52D8BC}"/>
              </a:ext>
            </a:extLst>
          </p:cNvPr>
          <p:cNvGrpSpPr/>
          <p:nvPr userDrawn="1"/>
        </p:nvGrpSpPr>
        <p:grpSpPr>
          <a:xfrm rot="-5400000">
            <a:off x="5223451" y="1196298"/>
            <a:ext cx="5164226" cy="2747927"/>
            <a:chOff x="1155183" y="3814094"/>
            <a:chExt cx="3118306" cy="1659276"/>
          </a:xfrm>
        </p:grpSpPr>
        <p:pic>
          <p:nvPicPr>
            <p:cNvPr id="18" name="Google Shape;209;p29">
              <a:extLst>
                <a:ext uri="{FF2B5EF4-FFF2-40B4-BE49-F238E27FC236}">
                  <a16:creationId xmlns:a16="http://schemas.microsoft.com/office/drawing/2014/main" id="{842D1DF5-0A44-77D6-0B07-D0749BBAAB83}"/>
                </a:ext>
              </a:extLst>
            </p:cNvPr>
            <p:cNvPicPr preferRelativeResize="0"/>
            <p:nvPr/>
          </p:nvPicPr>
          <p:blipFill rotWithShape="1">
            <a:blip r:embed="rId2">
              <a:alphaModFix/>
            </a:blip>
            <a:srcRect l="37919" t="24705" b="10228"/>
            <a:stretch/>
          </p:blipFill>
          <p:spPr>
            <a:xfrm>
              <a:off x="1155183" y="3814094"/>
              <a:ext cx="1891297" cy="1652133"/>
            </a:xfrm>
            <a:prstGeom prst="rect">
              <a:avLst/>
            </a:prstGeom>
            <a:noFill/>
            <a:ln>
              <a:noFill/>
            </a:ln>
          </p:spPr>
        </p:pic>
        <p:pic>
          <p:nvPicPr>
            <p:cNvPr id="19" name="Google Shape;210;p29">
              <a:extLst>
                <a:ext uri="{FF2B5EF4-FFF2-40B4-BE49-F238E27FC236}">
                  <a16:creationId xmlns:a16="http://schemas.microsoft.com/office/drawing/2014/main" id="{1288BC30-1D21-A1FC-0E4A-35E30287D458}"/>
                </a:ext>
              </a:extLst>
            </p:cNvPr>
            <p:cNvPicPr preferRelativeResize="0"/>
            <p:nvPr/>
          </p:nvPicPr>
          <p:blipFill rotWithShape="1">
            <a:blip r:embed="rId3">
              <a:alphaModFix/>
            </a:blip>
            <a:srcRect t="25270" r="59873" b="9950"/>
            <a:stretch/>
          </p:blipFill>
          <p:spPr>
            <a:xfrm>
              <a:off x="3051053" y="3828390"/>
              <a:ext cx="1222436" cy="1644980"/>
            </a:xfrm>
            <a:prstGeom prst="rect">
              <a:avLst/>
            </a:prstGeom>
            <a:noFill/>
            <a:ln>
              <a:noFill/>
            </a:ln>
          </p:spPr>
        </p:pic>
      </p:grpSp>
      <p:sp>
        <p:nvSpPr>
          <p:cNvPr id="20" name="Google Shape;56;p14">
            <a:extLst>
              <a:ext uri="{FF2B5EF4-FFF2-40B4-BE49-F238E27FC236}">
                <a16:creationId xmlns:a16="http://schemas.microsoft.com/office/drawing/2014/main" id="{F48BD337-9C5D-919D-A345-0331142F9CD5}"/>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1" name="Google Shape;195;p27">
            <a:extLst>
              <a:ext uri="{FF2B5EF4-FFF2-40B4-BE49-F238E27FC236}">
                <a16:creationId xmlns:a16="http://schemas.microsoft.com/office/drawing/2014/main" id="{51A61AC4-FA74-157E-B421-74489F030057}"/>
              </a:ext>
            </a:extLst>
          </p:cNvPr>
          <p:cNvSpPr/>
          <p:nvPr userDrawn="1"/>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22" name="Google Shape;312;p42">
            <a:extLst>
              <a:ext uri="{FF2B5EF4-FFF2-40B4-BE49-F238E27FC236}">
                <a16:creationId xmlns:a16="http://schemas.microsoft.com/office/drawing/2014/main" id="{C1C5E4C6-BF92-DD99-3DC9-97BE249EB631}"/>
              </a:ext>
            </a:extLst>
          </p:cNvPr>
          <p:cNvSpPr/>
          <p:nvPr userDrawn="1"/>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756597685"/>
      </p:ext>
    </p:extLst>
  </p:cSld>
  <p:clrMapOvr>
    <a:masterClrMapping/>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ver 04">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52602" y="1956685"/>
            <a:ext cx="7141707" cy="1162750"/>
          </a:xfrm>
        </p:spPr>
        <p:txBody>
          <a:bodyPr vert="horz" lIns="91440" tIns="45720" rIns="91440" bIns="0" rtlCol="0" anchor="b">
            <a:noAutofit/>
          </a:bodyPr>
          <a:lstStyle>
            <a:lvl1pPr>
              <a:defRPr lang="en-US" sz="4400" b="1" i="0" cap="all" baseline="0" dirty="0">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sp>
        <p:nvSpPr>
          <p:cNvPr id="3" name="Subtitle 2"/>
          <p:cNvSpPr>
            <a:spLocks noGrp="1"/>
          </p:cNvSpPr>
          <p:nvPr>
            <p:ph type="subTitle" idx="1"/>
          </p:nvPr>
        </p:nvSpPr>
        <p:spPr>
          <a:xfrm>
            <a:off x="364877" y="3131803"/>
            <a:ext cx="8064898" cy="409338"/>
          </a:xfrm>
          <a:prstGeom prst="rect">
            <a:avLst/>
          </a:prstGeom>
        </p:spPr>
        <p:txBody>
          <a:bodyPr tIns="0">
            <a:noAutofit/>
          </a:bodyPr>
          <a:lstStyle>
            <a:lvl1pPr marL="0" indent="0" algn="l">
              <a:buNone/>
              <a:defRPr sz="1800" b="1">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8" name="Google Shape;56;p14">
            <a:extLst>
              <a:ext uri="{FF2B5EF4-FFF2-40B4-BE49-F238E27FC236}">
                <a16:creationId xmlns:a16="http://schemas.microsoft.com/office/drawing/2014/main" id="{C609C043-DFE7-5188-1123-0B1C42A7C4D1}"/>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195;p27">
            <a:extLst>
              <a:ext uri="{FF2B5EF4-FFF2-40B4-BE49-F238E27FC236}">
                <a16:creationId xmlns:a16="http://schemas.microsoft.com/office/drawing/2014/main" id="{FB8E2E24-3074-B2B7-CB91-8FD122C1F814}"/>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3" name="Content Placeholder 22">
            <a:extLst>
              <a:ext uri="{FF2B5EF4-FFF2-40B4-BE49-F238E27FC236}">
                <a16:creationId xmlns:a16="http://schemas.microsoft.com/office/drawing/2014/main" id="{6BD44AA9-3059-683C-E6CC-4C0B2957B36F}"/>
              </a:ext>
            </a:extLst>
          </p:cNvPr>
          <p:cNvSpPr>
            <a:spLocks noGrp="1"/>
          </p:cNvSpPr>
          <p:nvPr>
            <p:ph sz="quarter" idx="10"/>
          </p:nvPr>
        </p:nvSpPr>
        <p:spPr>
          <a:xfrm>
            <a:off x="364876" y="4184596"/>
            <a:ext cx="3635375" cy="379413"/>
          </a:xfrm>
          <a:prstGeom prst="rect">
            <a:avLst/>
          </a:prstGeom>
        </p:spPr>
        <p:txBody>
          <a:bodyPr anchor="b">
            <a:noAutofit/>
          </a:bodyPr>
          <a:lstStyle>
            <a:lvl1pPr marL="0" indent="0">
              <a:buNone/>
              <a:defRPr sz="1400" b="1">
                <a:solidFill>
                  <a:schemeClr val="tx1"/>
                </a:solidFill>
              </a:defRPr>
            </a:lvl1pPr>
            <a:lvl2pPr marL="342900" indent="0">
              <a:buNone/>
              <a:defRPr sz="1400"/>
            </a:lvl2pPr>
            <a:lvl3pPr marL="685800" indent="0">
              <a:buNone/>
              <a:defRPr sz="1400"/>
            </a:lvl3pPr>
            <a:lvl4pPr marL="1028700" indent="0">
              <a:buNone/>
              <a:defRPr sz="1400"/>
            </a:lvl4pPr>
            <a:lvl5pPr marL="1371600" indent="0">
              <a:buNone/>
              <a:defRPr sz="1400"/>
            </a:lvl5pPr>
          </a:lstStyle>
          <a:p>
            <a:pPr lvl="0"/>
            <a:r>
              <a:rPr lang="en-US"/>
              <a:t>Click to edit Master text styles</a:t>
            </a:r>
          </a:p>
        </p:txBody>
      </p:sp>
      <p:sp>
        <p:nvSpPr>
          <p:cNvPr id="4" name="Google Shape;312;p42">
            <a:extLst>
              <a:ext uri="{FF2B5EF4-FFF2-40B4-BE49-F238E27FC236}">
                <a16:creationId xmlns:a16="http://schemas.microsoft.com/office/drawing/2014/main" id="{6B194D07-5402-38E7-7CEB-E0FE05D959ED}"/>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
        <p:nvSpPr>
          <p:cNvPr id="5" name="Google Shape;56;p14">
            <a:extLst>
              <a:ext uri="{FF2B5EF4-FFF2-40B4-BE49-F238E27FC236}">
                <a16:creationId xmlns:a16="http://schemas.microsoft.com/office/drawing/2014/main" id="{2B1CA15E-60DE-1A5F-5E09-97A647C250CE}"/>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195;p27">
            <a:extLst>
              <a:ext uri="{FF2B5EF4-FFF2-40B4-BE49-F238E27FC236}">
                <a16:creationId xmlns:a16="http://schemas.microsoft.com/office/drawing/2014/main" id="{13FC946F-D7F3-91CA-8B9E-606C1197A3E2}"/>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7" name="Google Shape;312;p42">
            <a:extLst>
              <a:ext uri="{FF2B5EF4-FFF2-40B4-BE49-F238E27FC236}">
                <a16:creationId xmlns:a16="http://schemas.microsoft.com/office/drawing/2014/main" id="{7925B13F-3AC7-13BE-1D9F-A9A4FE251C77}"/>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
        <p:nvSpPr>
          <p:cNvPr id="9" name="Google Shape;56;p14">
            <a:extLst>
              <a:ext uri="{FF2B5EF4-FFF2-40B4-BE49-F238E27FC236}">
                <a16:creationId xmlns:a16="http://schemas.microsoft.com/office/drawing/2014/main" id="{56238EBA-4FE6-89FD-D73E-63BBCAF7AEB8}"/>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195;p27">
            <a:extLst>
              <a:ext uri="{FF2B5EF4-FFF2-40B4-BE49-F238E27FC236}">
                <a16:creationId xmlns:a16="http://schemas.microsoft.com/office/drawing/2014/main" id="{CF4D9DAF-5E47-39E8-A2E9-FA7FE1B965CC}"/>
              </a:ext>
            </a:extLst>
          </p:cNvPr>
          <p:cNvSpPr/>
          <p:nvPr userDrawn="1"/>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1" name="Google Shape;312;p42">
            <a:extLst>
              <a:ext uri="{FF2B5EF4-FFF2-40B4-BE49-F238E27FC236}">
                <a16:creationId xmlns:a16="http://schemas.microsoft.com/office/drawing/2014/main" id="{6AFE5A4C-E176-B78D-B987-01F1EFD12650}"/>
              </a:ext>
            </a:extLst>
          </p:cNvPr>
          <p:cNvSpPr/>
          <p:nvPr userDrawn="1"/>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259067523"/>
      </p:ext>
    </p:extLst>
  </p:cSld>
  <p:clrMapOvr>
    <a:masterClrMapping/>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ver w customer logo">
    <p:bg>
      <p:bgPr>
        <a:solidFill>
          <a:schemeClr val="accent1"/>
        </a:solidFill>
        <a:effectLst/>
      </p:bgPr>
    </p:bg>
    <p:spTree>
      <p:nvGrpSpPr>
        <p:cNvPr id="1" name=""/>
        <p:cNvGrpSpPr/>
        <p:nvPr/>
      </p:nvGrpSpPr>
      <p:grpSpPr>
        <a:xfrm>
          <a:off x="0" y="0"/>
          <a:ext cx="0" cy="0"/>
          <a:chOff x="0" y="0"/>
          <a:chExt cx="0" cy="0"/>
        </a:xfrm>
      </p:grpSpPr>
      <p:grpSp>
        <p:nvGrpSpPr>
          <p:cNvPr id="4" name="Google Shape;228;p31">
            <a:extLst>
              <a:ext uri="{FF2B5EF4-FFF2-40B4-BE49-F238E27FC236}">
                <a16:creationId xmlns:a16="http://schemas.microsoft.com/office/drawing/2014/main" id="{777B43BE-8ABE-4951-D3A2-96D2F3FD9470}"/>
              </a:ext>
            </a:extLst>
          </p:cNvPr>
          <p:cNvGrpSpPr/>
          <p:nvPr/>
        </p:nvGrpSpPr>
        <p:grpSpPr>
          <a:xfrm rot="-5400000">
            <a:off x="3113903" y="1996926"/>
            <a:ext cx="5157146" cy="1163295"/>
            <a:chOff x="49487" y="3735321"/>
            <a:chExt cx="6094477" cy="1408177"/>
          </a:xfrm>
        </p:grpSpPr>
        <p:pic>
          <p:nvPicPr>
            <p:cNvPr id="5" name="Google Shape;229;p31">
              <a:extLst>
                <a:ext uri="{FF2B5EF4-FFF2-40B4-BE49-F238E27FC236}">
                  <a16:creationId xmlns:a16="http://schemas.microsoft.com/office/drawing/2014/main" id="{5F979A94-BCF7-95D4-B725-F20A2C4C5F14}"/>
                </a:ext>
              </a:extLst>
            </p:cNvPr>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6" name="Google Shape;230;p31">
              <a:extLst>
                <a:ext uri="{FF2B5EF4-FFF2-40B4-BE49-F238E27FC236}">
                  <a16:creationId xmlns:a16="http://schemas.microsoft.com/office/drawing/2014/main" id="{34B6A8DB-2E90-D5A9-421B-96A795DD5D93}"/>
                </a:ext>
              </a:extLst>
            </p:cNvPr>
            <p:cNvPicPr preferRelativeResize="0"/>
            <p:nvPr/>
          </p:nvPicPr>
          <p:blipFill rotWithShape="1">
            <a:blip r:embed="rId3">
              <a:alphaModFix/>
            </a:blip>
            <a:srcRect t="139" b="139"/>
            <a:stretch/>
          </p:blipFill>
          <p:spPr>
            <a:xfrm>
              <a:off x="3099012" y="3735321"/>
              <a:ext cx="3044952" cy="1408177"/>
            </a:xfrm>
            <a:prstGeom prst="rect">
              <a:avLst/>
            </a:prstGeom>
            <a:noFill/>
            <a:ln>
              <a:noFill/>
            </a:ln>
          </p:spPr>
        </p:pic>
      </p:grpSp>
      <p:sp>
        <p:nvSpPr>
          <p:cNvPr id="7" name="Google Shape;236;p31">
            <a:extLst>
              <a:ext uri="{FF2B5EF4-FFF2-40B4-BE49-F238E27FC236}">
                <a16:creationId xmlns:a16="http://schemas.microsoft.com/office/drawing/2014/main" id="{7E97FD4B-6A63-AFB3-0D63-0CA494D80B38}"/>
              </a:ext>
            </a:extLst>
          </p:cNvPr>
          <p:cNvSpPr/>
          <p:nvPr/>
        </p:nvSpPr>
        <p:spPr>
          <a:xfrm>
            <a:off x="6097525" y="0"/>
            <a:ext cx="30465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ctrTitle"/>
          </p:nvPr>
        </p:nvSpPr>
        <p:spPr>
          <a:xfrm>
            <a:off x="352602" y="1956685"/>
            <a:ext cx="5744923" cy="1162750"/>
          </a:xfrm>
        </p:spPr>
        <p:txBody>
          <a:bodyPr vert="horz" lIns="91440" tIns="45720" rIns="91440" bIns="0" rtlCol="0" anchor="b">
            <a:noAutofit/>
          </a:bodyPr>
          <a:lstStyle>
            <a:lvl1pPr>
              <a:defRPr lang="en-US" sz="4400" b="1" i="0" cap="all" baseline="0" dirty="0">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sp>
        <p:nvSpPr>
          <p:cNvPr id="3" name="Subtitle 2"/>
          <p:cNvSpPr>
            <a:spLocks noGrp="1"/>
          </p:cNvSpPr>
          <p:nvPr>
            <p:ph type="subTitle" idx="1"/>
          </p:nvPr>
        </p:nvSpPr>
        <p:spPr>
          <a:xfrm>
            <a:off x="364877" y="3131803"/>
            <a:ext cx="5732648" cy="409338"/>
          </a:xfrm>
          <a:prstGeom prst="rect">
            <a:avLst/>
          </a:prstGeom>
        </p:spPr>
        <p:txBody>
          <a:bodyPr tIns="0">
            <a:noAutofit/>
          </a:bodyPr>
          <a:lstStyle>
            <a:lvl1pPr marL="0" indent="0" algn="l">
              <a:buNone/>
              <a:defRPr sz="1800" b="1">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8" name="Google Shape;56;p14">
            <a:extLst>
              <a:ext uri="{FF2B5EF4-FFF2-40B4-BE49-F238E27FC236}">
                <a16:creationId xmlns:a16="http://schemas.microsoft.com/office/drawing/2014/main" id="{C609C043-DFE7-5188-1123-0B1C42A7C4D1}"/>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195;p27">
            <a:extLst>
              <a:ext uri="{FF2B5EF4-FFF2-40B4-BE49-F238E27FC236}">
                <a16:creationId xmlns:a16="http://schemas.microsoft.com/office/drawing/2014/main" id="{FB8E2E24-3074-B2B7-CB91-8FD122C1F814}"/>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9" name="Content Placeholder 22">
            <a:extLst>
              <a:ext uri="{FF2B5EF4-FFF2-40B4-BE49-F238E27FC236}">
                <a16:creationId xmlns:a16="http://schemas.microsoft.com/office/drawing/2014/main" id="{8A23FF57-863D-938B-45F3-8CE4E4D96D80}"/>
              </a:ext>
            </a:extLst>
          </p:cNvPr>
          <p:cNvSpPr>
            <a:spLocks noGrp="1"/>
          </p:cNvSpPr>
          <p:nvPr>
            <p:ph sz="quarter" idx="10"/>
          </p:nvPr>
        </p:nvSpPr>
        <p:spPr>
          <a:xfrm>
            <a:off x="364876" y="4184596"/>
            <a:ext cx="3635375" cy="379413"/>
          </a:xfrm>
          <a:prstGeom prst="rect">
            <a:avLst/>
          </a:prstGeom>
        </p:spPr>
        <p:txBody>
          <a:bodyPr anchor="b">
            <a:noAutofit/>
          </a:bodyPr>
          <a:lstStyle>
            <a:lvl1pPr marL="0" indent="0">
              <a:buNone/>
              <a:defRPr sz="1400" b="1">
                <a:solidFill>
                  <a:schemeClr val="tx1"/>
                </a:solidFill>
              </a:defRPr>
            </a:lvl1pPr>
            <a:lvl2pPr marL="342900" indent="0">
              <a:buNone/>
              <a:defRPr sz="1400"/>
            </a:lvl2pPr>
            <a:lvl3pPr marL="685800" indent="0">
              <a:buNone/>
              <a:defRPr sz="1400"/>
            </a:lvl3pPr>
            <a:lvl4pPr marL="1028700" indent="0">
              <a:buNone/>
              <a:defRPr sz="1400"/>
            </a:lvl4pPr>
            <a:lvl5pPr marL="1371600" indent="0">
              <a:buNone/>
              <a:defRPr sz="1400"/>
            </a:lvl5pPr>
          </a:lstStyle>
          <a:p>
            <a:pPr lvl="0"/>
            <a:r>
              <a:rPr lang="en-US"/>
              <a:t>Click to edit Master text styles</a:t>
            </a:r>
          </a:p>
        </p:txBody>
      </p:sp>
      <p:sp>
        <p:nvSpPr>
          <p:cNvPr id="11" name="Content Placeholder 10">
            <a:extLst>
              <a:ext uri="{FF2B5EF4-FFF2-40B4-BE49-F238E27FC236}">
                <a16:creationId xmlns:a16="http://schemas.microsoft.com/office/drawing/2014/main" id="{B753B0FE-913F-CF34-F825-A12212BDCFF7}"/>
              </a:ext>
            </a:extLst>
          </p:cNvPr>
          <p:cNvSpPr>
            <a:spLocks noGrp="1"/>
          </p:cNvSpPr>
          <p:nvPr>
            <p:ph sz="quarter" idx="11" hasCustomPrompt="1"/>
          </p:nvPr>
        </p:nvSpPr>
        <p:spPr>
          <a:xfrm>
            <a:off x="6097588" y="0"/>
            <a:ext cx="3046412" cy="5143500"/>
          </a:xfrm>
          <a:prstGeom prst="rect">
            <a:avLst/>
          </a:prstGeom>
          <a:solidFill>
            <a:schemeClr val="bg1"/>
          </a:solidFill>
        </p:spPr>
        <p:txBody>
          <a:bodyPr/>
          <a:lstStyle/>
          <a:p>
            <a:pPr lvl="0"/>
            <a:r>
              <a:rPr lang="en-US" dirty="0"/>
              <a:t>Placeholder</a:t>
            </a:r>
          </a:p>
        </p:txBody>
      </p:sp>
      <p:sp>
        <p:nvSpPr>
          <p:cNvPr id="10" name="Google Shape;312;p42">
            <a:extLst>
              <a:ext uri="{FF2B5EF4-FFF2-40B4-BE49-F238E27FC236}">
                <a16:creationId xmlns:a16="http://schemas.microsoft.com/office/drawing/2014/main" id="{CC8CFCE7-E855-BB9F-5CFF-272B3219CE35}"/>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12" name="Google Shape;228;p31">
            <a:extLst>
              <a:ext uri="{FF2B5EF4-FFF2-40B4-BE49-F238E27FC236}">
                <a16:creationId xmlns:a16="http://schemas.microsoft.com/office/drawing/2014/main" id="{3ADD92AE-31FF-003B-9750-EF2789E488E2}"/>
              </a:ext>
            </a:extLst>
          </p:cNvPr>
          <p:cNvGrpSpPr/>
          <p:nvPr/>
        </p:nvGrpSpPr>
        <p:grpSpPr>
          <a:xfrm rot="-5400000">
            <a:off x="3113903" y="1996926"/>
            <a:ext cx="5157146" cy="1163295"/>
            <a:chOff x="49487" y="3735321"/>
            <a:chExt cx="6094477" cy="1408177"/>
          </a:xfrm>
        </p:grpSpPr>
        <p:pic>
          <p:nvPicPr>
            <p:cNvPr id="13" name="Google Shape;229;p31">
              <a:extLst>
                <a:ext uri="{FF2B5EF4-FFF2-40B4-BE49-F238E27FC236}">
                  <a16:creationId xmlns:a16="http://schemas.microsoft.com/office/drawing/2014/main" id="{6A939D9A-957D-CFE4-6749-ECC8DA107DA8}"/>
                </a:ext>
              </a:extLst>
            </p:cNvPr>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14" name="Google Shape;230;p31">
              <a:extLst>
                <a:ext uri="{FF2B5EF4-FFF2-40B4-BE49-F238E27FC236}">
                  <a16:creationId xmlns:a16="http://schemas.microsoft.com/office/drawing/2014/main" id="{1FE5033B-1E0C-5648-1BA0-78952F249292}"/>
                </a:ext>
              </a:extLst>
            </p:cNvPr>
            <p:cNvPicPr preferRelativeResize="0"/>
            <p:nvPr/>
          </p:nvPicPr>
          <p:blipFill rotWithShape="1">
            <a:blip r:embed="rId3">
              <a:alphaModFix/>
            </a:blip>
            <a:srcRect t="139" b="139"/>
            <a:stretch/>
          </p:blipFill>
          <p:spPr>
            <a:xfrm>
              <a:off x="3099012" y="3735321"/>
              <a:ext cx="3044952" cy="1408177"/>
            </a:xfrm>
            <a:prstGeom prst="rect">
              <a:avLst/>
            </a:prstGeom>
            <a:noFill/>
            <a:ln>
              <a:noFill/>
            </a:ln>
          </p:spPr>
        </p:pic>
      </p:grpSp>
      <p:sp>
        <p:nvSpPr>
          <p:cNvPr id="15" name="Google Shape;236;p31">
            <a:extLst>
              <a:ext uri="{FF2B5EF4-FFF2-40B4-BE49-F238E27FC236}">
                <a16:creationId xmlns:a16="http://schemas.microsoft.com/office/drawing/2014/main" id="{5CE9B038-CF97-F94D-70FB-F7EE35F72E81}"/>
              </a:ext>
            </a:extLst>
          </p:cNvPr>
          <p:cNvSpPr/>
          <p:nvPr/>
        </p:nvSpPr>
        <p:spPr>
          <a:xfrm>
            <a:off x="6097525" y="0"/>
            <a:ext cx="30465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6;p14">
            <a:extLst>
              <a:ext uri="{FF2B5EF4-FFF2-40B4-BE49-F238E27FC236}">
                <a16:creationId xmlns:a16="http://schemas.microsoft.com/office/drawing/2014/main" id="{206C531E-E665-2514-9D34-C7A9D369D82A}"/>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8" name="Google Shape;195;p27">
            <a:extLst>
              <a:ext uri="{FF2B5EF4-FFF2-40B4-BE49-F238E27FC236}">
                <a16:creationId xmlns:a16="http://schemas.microsoft.com/office/drawing/2014/main" id="{DE7EC9CE-B90C-D9CD-DDA8-14F9D4E50297}"/>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9" name="Google Shape;312;p42">
            <a:extLst>
              <a:ext uri="{FF2B5EF4-FFF2-40B4-BE49-F238E27FC236}">
                <a16:creationId xmlns:a16="http://schemas.microsoft.com/office/drawing/2014/main" id="{A3215DF0-37E6-89F7-3C39-FE9EE49592F3}"/>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20" name="Google Shape;228;p31">
            <a:extLst>
              <a:ext uri="{FF2B5EF4-FFF2-40B4-BE49-F238E27FC236}">
                <a16:creationId xmlns:a16="http://schemas.microsoft.com/office/drawing/2014/main" id="{370B3B8D-D621-EDFE-0072-0F9DF37A540C}"/>
              </a:ext>
            </a:extLst>
          </p:cNvPr>
          <p:cNvGrpSpPr/>
          <p:nvPr userDrawn="1"/>
        </p:nvGrpSpPr>
        <p:grpSpPr>
          <a:xfrm rot="-5400000">
            <a:off x="3113903" y="1996926"/>
            <a:ext cx="5157146" cy="1163295"/>
            <a:chOff x="49487" y="3735321"/>
            <a:chExt cx="6094477" cy="1408177"/>
          </a:xfrm>
        </p:grpSpPr>
        <p:pic>
          <p:nvPicPr>
            <p:cNvPr id="21" name="Google Shape;229;p31">
              <a:extLst>
                <a:ext uri="{FF2B5EF4-FFF2-40B4-BE49-F238E27FC236}">
                  <a16:creationId xmlns:a16="http://schemas.microsoft.com/office/drawing/2014/main" id="{CDE66D9F-6BC7-7CD5-3BDA-A1E08F86B28C}"/>
                </a:ext>
              </a:extLst>
            </p:cNvPr>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22" name="Google Shape;230;p31">
              <a:extLst>
                <a:ext uri="{FF2B5EF4-FFF2-40B4-BE49-F238E27FC236}">
                  <a16:creationId xmlns:a16="http://schemas.microsoft.com/office/drawing/2014/main" id="{582E7B21-6734-5F89-40AE-DA75ABB073E2}"/>
                </a:ext>
              </a:extLst>
            </p:cNvPr>
            <p:cNvPicPr preferRelativeResize="0"/>
            <p:nvPr/>
          </p:nvPicPr>
          <p:blipFill rotWithShape="1">
            <a:blip r:embed="rId3">
              <a:alphaModFix/>
            </a:blip>
            <a:srcRect t="139" b="139"/>
            <a:stretch/>
          </p:blipFill>
          <p:spPr>
            <a:xfrm>
              <a:off x="3099012" y="3735321"/>
              <a:ext cx="3044952" cy="1408177"/>
            </a:xfrm>
            <a:prstGeom prst="rect">
              <a:avLst/>
            </a:prstGeom>
            <a:noFill/>
            <a:ln>
              <a:noFill/>
            </a:ln>
          </p:spPr>
        </p:pic>
      </p:grpSp>
      <p:sp>
        <p:nvSpPr>
          <p:cNvPr id="23" name="Google Shape;236;p31">
            <a:extLst>
              <a:ext uri="{FF2B5EF4-FFF2-40B4-BE49-F238E27FC236}">
                <a16:creationId xmlns:a16="http://schemas.microsoft.com/office/drawing/2014/main" id="{05EEC677-EC5C-BF30-D6F7-E115413BC088}"/>
              </a:ext>
            </a:extLst>
          </p:cNvPr>
          <p:cNvSpPr/>
          <p:nvPr userDrawn="1"/>
        </p:nvSpPr>
        <p:spPr>
          <a:xfrm>
            <a:off x="6097525" y="0"/>
            <a:ext cx="30465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6;p14">
            <a:extLst>
              <a:ext uri="{FF2B5EF4-FFF2-40B4-BE49-F238E27FC236}">
                <a16:creationId xmlns:a16="http://schemas.microsoft.com/office/drawing/2014/main" id="{D6FB97CC-4BF8-2491-6480-E965CB59BDC2}"/>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5" name="Google Shape;195;p27">
            <a:extLst>
              <a:ext uri="{FF2B5EF4-FFF2-40B4-BE49-F238E27FC236}">
                <a16:creationId xmlns:a16="http://schemas.microsoft.com/office/drawing/2014/main" id="{ACB42EFA-9A64-9D91-198F-E2458A41C152}"/>
              </a:ext>
            </a:extLst>
          </p:cNvPr>
          <p:cNvSpPr/>
          <p:nvPr userDrawn="1"/>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26" name="Google Shape;312;p42">
            <a:extLst>
              <a:ext uri="{FF2B5EF4-FFF2-40B4-BE49-F238E27FC236}">
                <a16:creationId xmlns:a16="http://schemas.microsoft.com/office/drawing/2014/main" id="{4B0B7CC9-23F1-7943-CFFF-2803AD44B148}"/>
              </a:ext>
            </a:extLst>
          </p:cNvPr>
          <p:cNvSpPr/>
          <p:nvPr userDrawn="1"/>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190992719"/>
      </p:ext>
    </p:extLst>
  </p:cSld>
  <p:clrMapOvr>
    <a:masterClrMapping/>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vider 01 (No Graphics)">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52602" y="1956685"/>
            <a:ext cx="8009733" cy="1162750"/>
          </a:xfrm>
        </p:spPr>
        <p:txBody>
          <a:bodyPr anchor="ctr"/>
          <a:lstStyle>
            <a:lvl1pPr algn="l">
              <a:lnSpc>
                <a:spcPct val="85000"/>
              </a:lnSpc>
              <a:defRPr sz="4000" b="1" i="0" cap="all" baseline="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3" name="Google Shape;56;p14">
            <a:extLst>
              <a:ext uri="{FF2B5EF4-FFF2-40B4-BE49-F238E27FC236}">
                <a16:creationId xmlns:a16="http://schemas.microsoft.com/office/drawing/2014/main" id="{485673AE-AF3E-1895-0033-39E0F9C24C59}"/>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4" name="Google Shape;60;p14">
            <a:extLst>
              <a:ext uri="{FF2B5EF4-FFF2-40B4-BE49-F238E27FC236}">
                <a16:creationId xmlns:a16="http://schemas.microsoft.com/office/drawing/2014/main" id="{78ED5C3D-29C8-9917-0E98-A2CA0ACE161F}"/>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5" name="Google Shape;56;p14">
            <a:extLst>
              <a:ext uri="{FF2B5EF4-FFF2-40B4-BE49-F238E27FC236}">
                <a16:creationId xmlns:a16="http://schemas.microsoft.com/office/drawing/2014/main" id="{53BF8285-2530-6E43-B15E-534375FAB053}"/>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60;p14">
            <a:extLst>
              <a:ext uri="{FF2B5EF4-FFF2-40B4-BE49-F238E27FC236}">
                <a16:creationId xmlns:a16="http://schemas.microsoft.com/office/drawing/2014/main" id="{5B436544-868A-EEDC-49AB-FC1BB1DDCAE7}"/>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2759903163"/>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ivider 02">
    <p:bg>
      <p:bgPr>
        <a:solidFill>
          <a:schemeClr val="tx2"/>
        </a:solidFill>
        <a:effectLst/>
      </p:bgPr>
    </p:bg>
    <p:spTree>
      <p:nvGrpSpPr>
        <p:cNvPr id="1" name=""/>
        <p:cNvGrpSpPr/>
        <p:nvPr/>
      </p:nvGrpSpPr>
      <p:grpSpPr>
        <a:xfrm>
          <a:off x="0" y="0"/>
          <a:ext cx="0" cy="0"/>
          <a:chOff x="0" y="0"/>
          <a:chExt cx="0" cy="0"/>
        </a:xfrm>
      </p:grpSpPr>
      <p:pic>
        <p:nvPicPr>
          <p:cNvPr id="3" name="Google Shape;246;p33">
            <a:extLst>
              <a:ext uri="{FF2B5EF4-FFF2-40B4-BE49-F238E27FC236}">
                <a16:creationId xmlns:a16="http://schemas.microsoft.com/office/drawing/2014/main" id="{B2AB9140-44F3-C9E0-5D15-5F4D9D61E695}"/>
              </a:ext>
            </a:extLst>
          </p:cNvPr>
          <p:cNvPicPr preferRelativeResize="0"/>
          <p:nvPr/>
        </p:nvPicPr>
        <p:blipFill rotWithShape="1">
          <a:blip r:embed="rId2">
            <a:alphaModFix amt="27000"/>
          </a:blip>
          <a:srcRect l="21476"/>
          <a:stretch/>
        </p:blipFill>
        <p:spPr>
          <a:xfrm flipH="1">
            <a:off x="7048002" y="1780300"/>
            <a:ext cx="2095998" cy="2905999"/>
          </a:xfrm>
          <a:prstGeom prst="rect">
            <a:avLst/>
          </a:prstGeom>
          <a:noFill/>
          <a:ln>
            <a:noFill/>
          </a:ln>
        </p:spPr>
      </p:pic>
      <p:sp>
        <p:nvSpPr>
          <p:cNvPr id="2" name="Title 1"/>
          <p:cNvSpPr>
            <a:spLocks noGrp="1"/>
          </p:cNvSpPr>
          <p:nvPr>
            <p:ph type="ctrTitle"/>
          </p:nvPr>
        </p:nvSpPr>
        <p:spPr>
          <a:xfrm>
            <a:off x="352602" y="1956685"/>
            <a:ext cx="8009733" cy="1162750"/>
          </a:xfrm>
        </p:spPr>
        <p:txBody>
          <a:bodyPr vert="horz" lIns="91440" tIns="45720" rIns="91440" bIns="0" rtlCol="0" anchor="ctr">
            <a:noAutofit/>
          </a:bodyPr>
          <a:lstStyle>
            <a:lvl1pPr>
              <a:defRPr lang="en-US" sz="4000" b="1" i="0" cap="all" baseline="0" dirty="0">
                <a:solidFill>
                  <a:schemeClr val="bg1"/>
                </a:solidFill>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pic>
        <p:nvPicPr>
          <p:cNvPr id="4" name="Google Shape;246;p33">
            <a:extLst>
              <a:ext uri="{FF2B5EF4-FFF2-40B4-BE49-F238E27FC236}">
                <a16:creationId xmlns:a16="http://schemas.microsoft.com/office/drawing/2014/main" id="{E828306F-7118-F67A-FA01-F96784DA7B62}"/>
              </a:ext>
            </a:extLst>
          </p:cNvPr>
          <p:cNvPicPr preferRelativeResize="0"/>
          <p:nvPr/>
        </p:nvPicPr>
        <p:blipFill rotWithShape="1">
          <a:blip r:embed="rId2">
            <a:alphaModFix amt="27000"/>
          </a:blip>
          <a:srcRect l="21476"/>
          <a:stretch/>
        </p:blipFill>
        <p:spPr>
          <a:xfrm flipH="1">
            <a:off x="7048002" y="1780300"/>
            <a:ext cx="2095998" cy="2905999"/>
          </a:xfrm>
          <a:prstGeom prst="rect">
            <a:avLst/>
          </a:prstGeom>
          <a:noFill/>
          <a:ln>
            <a:noFill/>
          </a:ln>
        </p:spPr>
      </p:pic>
      <p:sp>
        <p:nvSpPr>
          <p:cNvPr id="5" name="Google Shape;56;p14">
            <a:extLst>
              <a:ext uri="{FF2B5EF4-FFF2-40B4-BE49-F238E27FC236}">
                <a16:creationId xmlns:a16="http://schemas.microsoft.com/office/drawing/2014/main" id="{BF438A24-7FAE-BC0B-6CE5-7E87AA8382B2}"/>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60;p14">
            <a:extLst>
              <a:ext uri="{FF2B5EF4-FFF2-40B4-BE49-F238E27FC236}">
                <a16:creationId xmlns:a16="http://schemas.microsoft.com/office/drawing/2014/main" id="{8BD9C481-E52E-ABCE-0F34-792141444FE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pic>
        <p:nvPicPr>
          <p:cNvPr id="7" name="Google Shape;246;p33">
            <a:extLst>
              <a:ext uri="{FF2B5EF4-FFF2-40B4-BE49-F238E27FC236}">
                <a16:creationId xmlns:a16="http://schemas.microsoft.com/office/drawing/2014/main" id="{E01663EB-75D3-B80D-243A-7143398F67CA}"/>
              </a:ext>
            </a:extLst>
          </p:cNvPr>
          <p:cNvPicPr preferRelativeResize="0"/>
          <p:nvPr userDrawn="1"/>
        </p:nvPicPr>
        <p:blipFill rotWithShape="1">
          <a:blip r:embed="rId2">
            <a:alphaModFix amt="27000"/>
          </a:blip>
          <a:srcRect l="21476"/>
          <a:stretch/>
        </p:blipFill>
        <p:spPr>
          <a:xfrm flipH="1">
            <a:off x="7048002" y="1780300"/>
            <a:ext cx="2095998" cy="2905999"/>
          </a:xfrm>
          <a:prstGeom prst="rect">
            <a:avLst/>
          </a:prstGeom>
          <a:noFill/>
          <a:ln>
            <a:noFill/>
          </a:ln>
        </p:spPr>
      </p:pic>
      <p:sp>
        <p:nvSpPr>
          <p:cNvPr id="8" name="Google Shape;56;p14">
            <a:extLst>
              <a:ext uri="{FF2B5EF4-FFF2-40B4-BE49-F238E27FC236}">
                <a16:creationId xmlns:a16="http://schemas.microsoft.com/office/drawing/2014/main" id="{FFC462FD-1753-3919-B6BD-C6DF46C05895}"/>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1" name="Google Shape;60;p14">
            <a:extLst>
              <a:ext uri="{FF2B5EF4-FFF2-40B4-BE49-F238E27FC236}">
                <a16:creationId xmlns:a16="http://schemas.microsoft.com/office/drawing/2014/main" id="{90215C73-B2F7-9CC5-8EA5-1F1B0AEE8806}"/>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2741792026"/>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ivider 03">
    <p:bg>
      <p:bgPr>
        <a:solidFill>
          <a:schemeClr val="tx2"/>
        </a:solidFill>
        <a:effectLst/>
      </p:bgPr>
    </p:bg>
    <p:spTree>
      <p:nvGrpSpPr>
        <p:cNvPr id="1" name=""/>
        <p:cNvGrpSpPr/>
        <p:nvPr/>
      </p:nvGrpSpPr>
      <p:grpSpPr>
        <a:xfrm>
          <a:off x="0" y="0"/>
          <a:ext cx="0" cy="0"/>
          <a:chOff x="0" y="0"/>
          <a:chExt cx="0" cy="0"/>
        </a:xfrm>
      </p:grpSpPr>
      <p:grpSp>
        <p:nvGrpSpPr>
          <p:cNvPr id="4" name="Google Shape;249;p34">
            <a:extLst>
              <a:ext uri="{FF2B5EF4-FFF2-40B4-BE49-F238E27FC236}">
                <a16:creationId xmlns:a16="http://schemas.microsoft.com/office/drawing/2014/main" id="{C8C7A9DA-6683-04E1-57B1-BEEA583BF44F}"/>
              </a:ext>
            </a:extLst>
          </p:cNvPr>
          <p:cNvGrpSpPr/>
          <p:nvPr/>
        </p:nvGrpSpPr>
        <p:grpSpPr>
          <a:xfrm>
            <a:off x="-10" y="3770439"/>
            <a:ext cx="9143997" cy="1371564"/>
            <a:chOff x="-10" y="3735321"/>
            <a:chExt cx="9139427" cy="1408177"/>
          </a:xfrm>
        </p:grpSpPr>
        <p:pic>
          <p:nvPicPr>
            <p:cNvPr id="5" name="Google Shape;250;p34">
              <a:extLst>
                <a:ext uri="{FF2B5EF4-FFF2-40B4-BE49-F238E27FC236}">
                  <a16:creationId xmlns:a16="http://schemas.microsoft.com/office/drawing/2014/main" id="{67CF61D8-135A-2A41-ACB1-55C65ED4C7B7}"/>
                </a:ext>
              </a:extLst>
            </p:cNvPr>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6" name="Google Shape;251;p34">
              <a:extLst>
                <a:ext uri="{FF2B5EF4-FFF2-40B4-BE49-F238E27FC236}">
                  <a16:creationId xmlns:a16="http://schemas.microsoft.com/office/drawing/2014/main" id="{8C24717E-6C87-714E-27DF-F48F8D2912E3}"/>
                </a:ext>
              </a:extLst>
            </p:cNvPr>
            <p:cNvPicPr preferRelativeResize="0"/>
            <p:nvPr/>
          </p:nvPicPr>
          <p:blipFill rotWithShape="1">
            <a:blip r:embed="rId3">
              <a:alphaModFix amt="72000"/>
            </a:blip>
            <a:srcRect t="139" b="139"/>
            <a:stretch/>
          </p:blipFill>
          <p:spPr>
            <a:xfrm>
              <a:off x="3049515" y="3735321"/>
              <a:ext cx="3044952" cy="1408177"/>
            </a:xfrm>
            <a:prstGeom prst="rect">
              <a:avLst/>
            </a:prstGeom>
            <a:noFill/>
            <a:ln>
              <a:noFill/>
            </a:ln>
          </p:spPr>
        </p:pic>
        <p:pic>
          <p:nvPicPr>
            <p:cNvPr id="7" name="Google Shape;252;p34">
              <a:extLst>
                <a:ext uri="{FF2B5EF4-FFF2-40B4-BE49-F238E27FC236}">
                  <a16:creationId xmlns:a16="http://schemas.microsoft.com/office/drawing/2014/main" id="{14D476DB-B69E-DC2C-3D16-87C6F8227F9C}"/>
                </a:ext>
              </a:extLst>
            </p:cNvPr>
            <p:cNvPicPr preferRelativeResize="0"/>
            <p:nvPr/>
          </p:nvPicPr>
          <p:blipFill rotWithShape="1">
            <a:blip r:embed="rId4">
              <a:alphaModFix amt="72000"/>
            </a:blip>
            <a:srcRect t="139" b="139"/>
            <a:stretch/>
          </p:blipFill>
          <p:spPr>
            <a:xfrm>
              <a:off x="6094465" y="3735321"/>
              <a:ext cx="3044952" cy="1408177"/>
            </a:xfrm>
            <a:prstGeom prst="rect">
              <a:avLst/>
            </a:prstGeom>
            <a:noFill/>
            <a:ln>
              <a:noFill/>
            </a:ln>
          </p:spPr>
        </p:pic>
      </p:grpSp>
      <p:sp>
        <p:nvSpPr>
          <p:cNvPr id="2" name="Title 1"/>
          <p:cNvSpPr>
            <a:spLocks noGrp="1"/>
          </p:cNvSpPr>
          <p:nvPr>
            <p:ph type="ctrTitle"/>
          </p:nvPr>
        </p:nvSpPr>
        <p:spPr>
          <a:xfrm>
            <a:off x="352602" y="1956685"/>
            <a:ext cx="8009733" cy="1162750"/>
          </a:xfrm>
        </p:spPr>
        <p:txBody>
          <a:bodyPr vert="horz" lIns="91440" tIns="45720" rIns="91440" bIns="0" rtlCol="0" anchor="ctr">
            <a:noAutofit/>
          </a:bodyPr>
          <a:lstStyle>
            <a:lvl1pPr>
              <a:defRPr lang="en-US" sz="4000" b="1" i="0" cap="all" baseline="0" dirty="0">
                <a:solidFill>
                  <a:schemeClr val="bg1"/>
                </a:solidFill>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3" name="Google Shape;249;p34">
            <a:extLst>
              <a:ext uri="{FF2B5EF4-FFF2-40B4-BE49-F238E27FC236}">
                <a16:creationId xmlns:a16="http://schemas.microsoft.com/office/drawing/2014/main" id="{35334720-7400-4E64-FCEC-9F68B6DBF718}"/>
              </a:ext>
            </a:extLst>
          </p:cNvPr>
          <p:cNvGrpSpPr/>
          <p:nvPr/>
        </p:nvGrpSpPr>
        <p:grpSpPr>
          <a:xfrm>
            <a:off x="-10" y="3770439"/>
            <a:ext cx="9143997" cy="1371564"/>
            <a:chOff x="-10" y="3735321"/>
            <a:chExt cx="9139427" cy="1408177"/>
          </a:xfrm>
        </p:grpSpPr>
        <p:pic>
          <p:nvPicPr>
            <p:cNvPr id="8" name="Google Shape;250;p34">
              <a:extLst>
                <a:ext uri="{FF2B5EF4-FFF2-40B4-BE49-F238E27FC236}">
                  <a16:creationId xmlns:a16="http://schemas.microsoft.com/office/drawing/2014/main" id="{40554AA3-163B-52CF-941D-1D48004B39BB}"/>
                </a:ext>
              </a:extLst>
            </p:cNvPr>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11" name="Google Shape;251;p34">
              <a:extLst>
                <a:ext uri="{FF2B5EF4-FFF2-40B4-BE49-F238E27FC236}">
                  <a16:creationId xmlns:a16="http://schemas.microsoft.com/office/drawing/2014/main" id="{BD4CA2D3-A782-79CF-7963-49EDD6791DD6}"/>
                </a:ext>
              </a:extLst>
            </p:cNvPr>
            <p:cNvPicPr preferRelativeResize="0"/>
            <p:nvPr/>
          </p:nvPicPr>
          <p:blipFill rotWithShape="1">
            <a:blip r:embed="rId3">
              <a:alphaModFix amt="72000"/>
            </a:blip>
            <a:srcRect t="139" b="139"/>
            <a:stretch/>
          </p:blipFill>
          <p:spPr>
            <a:xfrm>
              <a:off x="3049515" y="3735321"/>
              <a:ext cx="3044952" cy="1408177"/>
            </a:xfrm>
            <a:prstGeom prst="rect">
              <a:avLst/>
            </a:prstGeom>
            <a:noFill/>
            <a:ln>
              <a:noFill/>
            </a:ln>
          </p:spPr>
        </p:pic>
        <p:pic>
          <p:nvPicPr>
            <p:cNvPr id="12" name="Google Shape;252;p34">
              <a:extLst>
                <a:ext uri="{FF2B5EF4-FFF2-40B4-BE49-F238E27FC236}">
                  <a16:creationId xmlns:a16="http://schemas.microsoft.com/office/drawing/2014/main" id="{E77A6D20-CD37-4766-FA64-C10BD4FE718E}"/>
                </a:ext>
              </a:extLst>
            </p:cNvPr>
            <p:cNvPicPr preferRelativeResize="0"/>
            <p:nvPr/>
          </p:nvPicPr>
          <p:blipFill rotWithShape="1">
            <a:blip r:embed="rId4">
              <a:alphaModFix amt="72000"/>
            </a:blip>
            <a:srcRect t="139" b="139"/>
            <a:stretch/>
          </p:blipFill>
          <p:spPr>
            <a:xfrm>
              <a:off x="6094465" y="3735321"/>
              <a:ext cx="3044952" cy="1408177"/>
            </a:xfrm>
            <a:prstGeom prst="rect">
              <a:avLst/>
            </a:prstGeom>
            <a:noFill/>
            <a:ln>
              <a:noFill/>
            </a:ln>
          </p:spPr>
        </p:pic>
      </p:grpSp>
      <p:sp>
        <p:nvSpPr>
          <p:cNvPr id="13" name="Google Shape;56;p14">
            <a:extLst>
              <a:ext uri="{FF2B5EF4-FFF2-40B4-BE49-F238E27FC236}">
                <a16:creationId xmlns:a16="http://schemas.microsoft.com/office/drawing/2014/main" id="{91F562B2-CE36-40AA-85C8-6051C3D1E06B}"/>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60;p14">
            <a:extLst>
              <a:ext uri="{FF2B5EF4-FFF2-40B4-BE49-F238E27FC236}">
                <a16:creationId xmlns:a16="http://schemas.microsoft.com/office/drawing/2014/main" id="{7CFB2C5B-EF79-8B04-D65E-9DAE41490A33}"/>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15" name="Google Shape;249;p34">
            <a:extLst>
              <a:ext uri="{FF2B5EF4-FFF2-40B4-BE49-F238E27FC236}">
                <a16:creationId xmlns:a16="http://schemas.microsoft.com/office/drawing/2014/main" id="{B8E65013-A342-2D41-823F-7BDD0F4BF177}"/>
              </a:ext>
            </a:extLst>
          </p:cNvPr>
          <p:cNvGrpSpPr/>
          <p:nvPr userDrawn="1"/>
        </p:nvGrpSpPr>
        <p:grpSpPr>
          <a:xfrm>
            <a:off x="-10" y="3770439"/>
            <a:ext cx="9143997" cy="1371564"/>
            <a:chOff x="-10" y="3735321"/>
            <a:chExt cx="9139427" cy="1408177"/>
          </a:xfrm>
        </p:grpSpPr>
        <p:pic>
          <p:nvPicPr>
            <p:cNvPr id="16" name="Google Shape;250;p34">
              <a:extLst>
                <a:ext uri="{FF2B5EF4-FFF2-40B4-BE49-F238E27FC236}">
                  <a16:creationId xmlns:a16="http://schemas.microsoft.com/office/drawing/2014/main" id="{A598392F-D95E-0794-FC32-6D50AD369127}"/>
                </a:ext>
              </a:extLst>
            </p:cNvPr>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17" name="Google Shape;251;p34">
              <a:extLst>
                <a:ext uri="{FF2B5EF4-FFF2-40B4-BE49-F238E27FC236}">
                  <a16:creationId xmlns:a16="http://schemas.microsoft.com/office/drawing/2014/main" id="{597815BD-D8CC-EF1F-C93B-1275EF998F10}"/>
                </a:ext>
              </a:extLst>
            </p:cNvPr>
            <p:cNvPicPr preferRelativeResize="0"/>
            <p:nvPr/>
          </p:nvPicPr>
          <p:blipFill rotWithShape="1">
            <a:blip r:embed="rId3">
              <a:alphaModFix amt="72000"/>
            </a:blip>
            <a:srcRect t="139" b="139"/>
            <a:stretch/>
          </p:blipFill>
          <p:spPr>
            <a:xfrm>
              <a:off x="3049515" y="3735321"/>
              <a:ext cx="3044952" cy="1408177"/>
            </a:xfrm>
            <a:prstGeom prst="rect">
              <a:avLst/>
            </a:prstGeom>
            <a:noFill/>
            <a:ln>
              <a:noFill/>
            </a:ln>
          </p:spPr>
        </p:pic>
        <p:pic>
          <p:nvPicPr>
            <p:cNvPr id="18" name="Google Shape;252;p34">
              <a:extLst>
                <a:ext uri="{FF2B5EF4-FFF2-40B4-BE49-F238E27FC236}">
                  <a16:creationId xmlns:a16="http://schemas.microsoft.com/office/drawing/2014/main" id="{744759D0-8D1C-2E91-5785-957E34D98EB5}"/>
                </a:ext>
              </a:extLst>
            </p:cNvPr>
            <p:cNvPicPr preferRelativeResize="0"/>
            <p:nvPr/>
          </p:nvPicPr>
          <p:blipFill rotWithShape="1">
            <a:blip r:embed="rId4">
              <a:alphaModFix amt="72000"/>
            </a:blip>
            <a:srcRect t="139" b="139"/>
            <a:stretch/>
          </p:blipFill>
          <p:spPr>
            <a:xfrm>
              <a:off x="6094465" y="3735321"/>
              <a:ext cx="3044952" cy="1408177"/>
            </a:xfrm>
            <a:prstGeom prst="rect">
              <a:avLst/>
            </a:prstGeom>
            <a:noFill/>
            <a:ln>
              <a:noFill/>
            </a:ln>
          </p:spPr>
        </p:pic>
      </p:grpSp>
      <p:sp>
        <p:nvSpPr>
          <p:cNvPr id="19" name="Google Shape;56;p14">
            <a:extLst>
              <a:ext uri="{FF2B5EF4-FFF2-40B4-BE49-F238E27FC236}">
                <a16:creationId xmlns:a16="http://schemas.microsoft.com/office/drawing/2014/main" id="{DAE48F56-7668-09DF-9D3F-C9A999649EB9}"/>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0" name="Google Shape;60;p14">
            <a:extLst>
              <a:ext uri="{FF2B5EF4-FFF2-40B4-BE49-F238E27FC236}">
                <a16:creationId xmlns:a16="http://schemas.microsoft.com/office/drawing/2014/main" id="{183CFE63-527B-57DA-9530-5A6A8CE68FC0}"/>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389678520"/>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ivider 04">
    <p:bg>
      <p:bgPr>
        <a:solidFill>
          <a:schemeClr val="tx2"/>
        </a:solidFill>
        <a:effectLst/>
      </p:bgPr>
    </p:bg>
    <p:spTree>
      <p:nvGrpSpPr>
        <p:cNvPr id="1" name=""/>
        <p:cNvGrpSpPr/>
        <p:nvPr/>
      </p:nvGrpSpPr>
      <p:grpSpPr>
        <a:xfrm>
          <a:off x="0" y="0"/>
          <a:ext cx="0" cy="0"/>
          <a:chOff x="0" y="0"/>
          <a:chExt cx="0" cy="0"/>
        </a:xfrm>
      </p:grpSpPr>
      <p:grpSp>
        <p:nvGrpSpPr>
          <p:cNvPr id="3" name="Google Shape;260;p35">
            <a:extLst>
              <a:ext uri="{FF2B5EF4-FFF2-40B4-BE49-F238E27FC236}">
                <a16:creationId xmlns:a16="http://schemas.microsoft.com/office/drawing/2014/main" id="{15180FD7-B8C1-2565-BC7A-72CAA1ABD0A3}"/>
              </a:ext>
            </a:extLst>
          </p:cNvPr>
          <p:cNvGrpSpPr/>
          <p:nvPr/>
        </p:nvGrpSpPr>
        <p:grpSpPr>
          <a:xfrm>
            <a:off x="4" y="1803975"/>
            <a:ext cx="9143996" cy="3339526"/>
            <a:chOff x="4" y="1803975"/>
            <a:chExt cx="9143996" cy="3339526"/>
          </a:xfrm>
        </p:grpSpPr>
        <p:pic>
          <p:nvPicPr>
            <p:cNvPr id="8" name="Google Shape;261;p35">
              <a:extLst>
                <a:ext uri="{FF2B5EF4-FFF2-40B4-BE49-F238E27FC236}">
                  <a16:creationId xmlns:a16="http://schemas.microsoft.com/office/drawing/2014/main" id="{A3E1EE85-B732-76DE-0E1B-94CD264D613B}"/>
                </a:ext>
              </a:extLst>
            </p:cNvPr>
            <p:cNvPicPr preferRelativeResize="0"/>
            <p:nvPr/>
          </p:nvPicPr>
          <p:blipFill rotWithShape="1">
            <a:blip r:embed="rId2">
              <a:alphaModFix amt="57000"/>
            </a:blip>
            <a:srcRect l="32605" b="34253"/>
            <a:stretch/>
          </p:blipFill>
          <p:spPr>
            <a:xfrm flipH="1">
              <a:off x="5036874" y="1804050"/>
              <a:ext cx="4107126" cy="3339451"/>
            </a:xfrm>
            <a:prstGeom prst="rect">
              <a:avLst/>
            </a:prstGeom>
            <a:noFill/>
            <a:ln>
              <a:noFill/>
            </a:ln>
          </p:spPr>
        </p:pic>
        <p:pic>
          <p:nvPicPr>
            <p:cNvPr id="11" name="Google Shape;262;p35">
              <a:extLst>
                <a:ext uri="{FF2B5EF4-FFF2-40B4-BE49-F238E27FC236}">
                  <a16:creationId xmlns:a16="http://schemas.microsoft.com/office/drawing/2014/main" id="{D6706F43-1E96-433A-DBAB-4F013D346ED9}"/>
                </a:ext>
              </a:extLst>
            </p:cNvPr>
            <p:cNvPicPr preferRelativeResize="0"/>
            <p:nvPr/>
          </p:nvPicPr>
          <p:blipFill rotWithShape="1">
            <a:blip r:embed="rId3">
              <a:alphaModFix amt="57000"/>
            </a:blip>
            <a:srcRect r="17498" b="34258"/>
            <a:stretch/>
          </p:blipFill>
          <p:spPr>
            <a:xfrm flipH="1">
              <a:off x="4" y="1803975"/>
              <a:ext cx="5027748" cy="3339451"/>
            </a:xfrm>
            <a:prstGeom prst="rect">
              <a:avLst/>
            </a:prstGeom>
            <a:noFill/>
            <a:ln>
              <a:noFill/>
            </a:ln>
          </p:spPr>
        </p:pic>
      </p:gr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2" name="Title 1"/>
          <p:cNvSpPr>
            <a:spLocks noGrp="1"/>
          </p:cNvSpPr>
          <p:nvPr>
            <p:ph type="ctrTitle"/>
          </p:nvPr>
        </p:nvSpPr>
        <p:spPr>
          <a:xfrm>
            <a:off x="352602" y="1956685"/>
            <a:ext cx="8009733" cy="1162750"/>
          </a:xfrm>
        </p:spPr>
        <p:txBody>
          <a:bodyPr vert="horz" lIns="91440" tIns="45720" rIns="91440" bIns="0" rtlCol="0" anchor="ctr">
            <a:noAutofit/>
          </a:bodyPr>
          <a:lstStyle>
            <a:lvl1pPr>
              <a:defRPr lang="en-US" sz="4000" b="1" i="0" cap="all" baseline="0" dirty="0">
                <a:solidFill>
                  <a:schemeClr val="bg1"/>
                </a:solidFill>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grpSp>
        <p:nvGrpSpPr>
          <p:cNvPr id="4" name="Google Shape;260;p35">
            <a:extLst>
              <a:ext uri="{FF2B5EF4-FFF2-40B4-BE49-F238E27FC236}">
                <a16:creationId xmlns:a16="http://schemas.microsoft.com/office/drawing/2014/main" id="{7CF64863-AA73-B52D-34EB-85F9CD2469A8}"/>
              </a:ext>
            </a:extLst>
          </p:cNvPr>
          <p:cNvGrpSpPr/>
          <p:nvPr/>
        </p:nvGrpSpPr>
        <p:grpSpPr>
          <a:xfrm>
            <a:off x="4" y="1803975"/>
            <a:ext cx="9143996" cy="3339526"/>
            <a:chOff x="4" y="1803975"/>
            <a:chExt cx="9143996" cy="3339526"/>
          </a:xfrm>
        </p:grpSpPr>
        <p:pic>
          <p:nvPicPr>
            <p:cNvPr id="5" name="Google Shape;261;p35">
              <a:extLst>
                <a:ext uri="{FF2B5EF4-FFF2-40B4-BE49-F238E27FC236}">
                  <a16:creationId xmlns:a16="http://schemas.microsoft.com/office/drawing/2014/main" id="{143F4C47-6005-D8E7-8AE7-B53A9C49161C}"/>
                </a:ext>
              </a:extLst>
            </p:cNvPr>
            <p:cNvPicPr preferRelativeResize="0"/>
            <p:nvPr/>
          </p:nvPicPr>
          <p:blipFill rotWithShape="1">
            <a:blip r:embed="rId2">
              <a:alphaModFix amt="57000"/>
            </a:blip>
            <a:srcRect l="32605" b="34253"/>
            <a:stretch/>
          </p:blipFill>
          <p:spPr>
            <a:xfrm flipH="1">
              <a:off x="5036874" y="1804050"/>
              <a:ext cx="4107126" cy="3339451"/>
            </a:xfrm>
            <a:prstGeom prst="rect">
              <a:avLst/>
            </a:prstGeom>
            <a:noFill/>
            <a:ln>
              <a:noFill/>
            </a:ln>
          </p:spPr>
        </p:pic>
        <p:pic>
          <p:nvPicPr>
            <p:cNvPr id="6" name="Google Shape;262;p35">
              <a:extLst>
                <a:ext uri="{FF2B5EF4-FFF2-40B4-BE49-F238E27FC236}">
                  <a16:creationId xmlns:a16="http://schemas.microsoft.com/office/drawing/2014/main" id="{3C6EF0AE-6BA8-5F17-B769-01D6DB31BB23}"/>
                </a:ext>
              </a:extLst>
            </p:cNvPr>
            <p:cNvPicPr preferRelativeResize="0"/>
            <p:nvPr/>
          </p:nvPicPr>
          <p:blipFill rotWithShape="1">
            <a:blip r:embed="rId3">
              <a:alphaModFix amt="57000"/>
            </a:blip>
            <a:srcRect r="17498" b="34258"/>
            <a:stretch/>
          </p:blipFill>
          <p:spPr>
            <a:xfrm flipH="1">
              <a:off x="4" y="1803975"/>
              <a:ext cx="5027748" cy="3339451"/>
            </a:xfrm>
            <a:prstGeom prst="rect">
              <a:avLst/>
            </a:prstGeom>
            <a:noFill/>
            <a:ln>
              <a:noFill/>
            </a:ln>
          </p:spPr>
        </p:pic>
      </p:grpSp>
      <p:sp>
        <p:nvSpPr>
          <p:cNvPr id="7" name="Google Shape;56;p14">
            <a:extLst>
              <a:ext uri="{FF2B5EF4-FFF2-40B4-BE49-F238E27FC236}">
                <a16:creationId xmlns:a16="http://schemas.microsoft.com/office/drawing/2014/main" id="{D9D8F0C2-EE78-7D46-5C61-213F9FB415B9}"/>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2" name="Google Shape;60;p14">
            <a:extLst>
              <a:ext uri="{FF2B5EF4-FFF2-40B4-BE49-F238E27FC236}">
                <a16:creationId xmlns:a16="http://schemas.microsoft.com/office/drawing/2014/main" id="{80ED5AE0-7430-B5E5-4484-EF318433D1C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13" name="Google Shape;260;p35">
            <a:extLst>
              <a:ext uri="{FF2B5EF4-FFF2-40B4-BE49-F238E27FC236}">
                <a16:creationId xmlns:a16="http://schemas.microsoft.com/office/drawing/2014/main" id="{26308175-CBEF-7922-F986-9AE19F8CBB24}"/>
              </a:ext>
            </a:extLst>
          </p:cNvPr>
          <p:cNvGrpSpPr/>
          <p:nvPr userDrawn="1"/>
        </p:nvGrpSpPr>
        <p:grpSpPr>
          <a:xfrm>
            <a:off x="4" y="1803975"/>
            <a:ext cx="9143996" cy="3339526"/>
            <a:chOff x="4" y="1803975"/>
            <a:chExt cx="9143996" cy="3339526"/>
          </a:xfrm>
        </p:grpSpPr>
        <p:pic>
          <p:nvPicPr>
            <p:cNvPr id="14" name="Google Shape;261;p35">
              <a:extLst>
                <a:ext uri="{FF2B5EF4-FFF2-40B4-BE49-F238E27FC236}">
                  <a16:creationId xmlns:a16="http://schemas.microsoft.com/office/drawing/2014/main" id="{7C40FAEA-A030-55DF-1DA8-BC114EF07177}"/>
                </a:ext>
              </a:extLst>
            </p:cNvPr>
            <p:cNvPicPr preferRelativeResize="0"/>
            <p:nvPr userDrawn="1"/>
          </p:nvPicPr>
          <p:blipFill rotWithShape="1">
            <a:blip r:embed="rId2">
              <a:alphaModFix amt="57000"/>
            </a:blip>
            <a:srcRect l="32605" b="34253"/>
            <a:stretch/>
          </p:blipFill>
          <p:spPr>
            <a:xfrm flipH="1">
              <a:off x="5036874" y="1804050"/>
              <a:ext cx="4107126" cy="3339451"/>
            </a:xfrm>
            <a:prstGeom prst="rect">
              <a:avLst/>
            </a:prstGeom>
            <a:noFill/>
            <a:ln>
              <a:noFill/>
            </a:ln>
          </p:spPr>
        </p:pic>
        <p:pic>
          <p:nvPicPr>
            <p:cNvPr id="15" name="Google Shape;262;p35">
              <a:extLst>
                <a:ext uri="{FF2B5EF4-FFF2-40B4-BE49-F238E27FC236}">
                  <a16:creationId xmlns:a16="http://schemas.microsoft.com/office/drawing/2014/main" id="{D72B0B93-C74C-46F6-B5C4-BAD65D69A066}"/>
                </a:ext>
              </a:extLst>
            </p:cNvPr>
            <p:cNvPicPr preferRelativeResize="0"/>
            <p:nvPr/>
          </p:nvPicPr>
          <p:blipFill rotWithShape="1">
            <a:blip r:embed="rId3">
              <a:alphaModFix amt="57000"/>
            </a:blip>
            <a:srcRect r="17498" b="34258"/>
            <a:stretch/>
          </p:blipFill>
          <p:spPr>
            <a:xfrm flipH="1">
              <a:off x="4" y="1803975"/>
              <a:ext cx="5027748" cy="3339451"/>
            </a:xfrm>
            <a:prstGeom prst="rect">
              <a:avLst/>
            </a:prstGeom>
            <a:noFill/>
            <a:ln>
              <a:noFill/>
            </a:ln>
          </p:spPr>
        </p:pic>
      </p:grpSp>
      <p:sp>
        <p:nvSpPr>
          <p:cNvPr id="16" name="Google Shape;56;p14">
            <a:extLst>
              <a:ext uri="{FF2B5EF4-FFF2-40B4-BE49-F238E27FC236}">
                <a16:creationId xmlns:a16="http://schemas.microsoft.com/office/drawing/2014/main" id="{49098B3A-9D56-3A41-419B-4ACE66E1534C}"/>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60;p14">
            <a:extLst>
              <a:ext uri="{FF2B5EF4-FFF2-40B4-BE49-F238E27FC236}">
                <a16:creationId xmlns:a16="http://schemas.microsoft.com/office/drawing/2014/main" id="{930940EB-32EF-159B-1840-D3F248DA4B09}"/>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2761436442"/>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ivider 05">
    <p:bg>
      <p:bgPr>
        <a:solidFill>
          <a:schemeClr val="tx2"/>
        </a:solidFill>
        <a:effectLst/>
      </p:bgPr>
    </p:bg>
    <p:spTree>
      <p:nvGrpSpPr>
        <p:cNvPr id="1" name=""/>
        <p:cNvGrpSpPr/>
        <p:nvPr/>
      </p:nvGrpSpPr>
      <p:grpSpPr>
        <a:xfrm>
          <a:off x="0" y="0"/>
          <a:ext cx="0" cy="0"/>
          <a:chOff x="0" y="0"/>
          <a:chExt cx="0" cy="0"/>
        </a:xfrm>
      </p:grpSpPr>
      <p:grpSp>
        <p:nvGrpSpPr>
          <p:cNvPr id="4" name="Google Shape;267;p36">
            <a:extLst>
              <a:ext uri="{FF2B5EF4-FFF2-40B4-BE49-F238E27FC236}">
                <a16:creationId xmlns:a16="http://schemas.microsoft.com/office/drawing/2014/main" id="{B1E043E2-DBE5-EF5A-B7AF-11ED776DCE11}"/>
              </a:ext>
            </a:extLst>
          </p:cNvPr>
          <p:cNvGrpSpPr/>
          <p:nvPr/>
        </p:nvGrpSpPr>
        <p:grpSpPr>
          <a:xfrm rot="-5400000">
            <a:off x="5223451" y="1196298"/>
            <a:ext cx="5164226" cy="2747927"/>
            <a:chOff x="1155183" y="3814094"/>
            <a:chExt cx="3118306" cy="1659276"/>
          </a:xfrm>
        </p:grpSpPr>
        <p:pic>
          <p:nvPicPr>
            <p:cNvPr id="5" name="Google Shape;268;p36">
              <a:extLst>
                <a:ext uri="{FF2B5EF4-FFF2-40B4-BE49-F238E27FC236}">
                  <a16:creationId xmlns:a16="http://schemas.microsoft.com/office/drawing/2014/main" id="{41422D10-8E80-E6CC-1B7E-E2199A8016E7}"/>
                </a:ext>
              </a:extLst>
            </p:cNvPr>
            <p:cNvPicPr preferRelativeResize="0"/>
            <p:nvPr/>
          </p:nvPicPr>
          <p:blipFill rotWithShape="1">
            <a:blip r:embed="rId2">
              <a:alphaModFix amt="58000"/>
            </a:blip>
            <a:srcRect l="37919" t="24705" b="10228"/>
            <a:stretch/>
          </p:blipFill>
          <p:spPr>
            <a:xfrm>
              <a:off x="1155183" y="3814094"/>
              <a:ext cx="1891297" cy="1652133"/>
            </a:xfrm>
            <a:prstGeom prst="rect">
              <a:avLst/>
            </a:prstGeom>
            <a:noFill/>
            <a:ln>
              <a:noFill/>
            </a:ln>
          </p:spPr>
        </p:pic>
        <p:pic>
          <p:nvPicPr>
            <p:cNvPr id="6" name="Google Shape;269;p36">
              <a:extLst>
                <a:ext uri="{FF2B5EF4-FFF2-40B4-BE49-F238E27FC236}">
                  <a16:creationId xmlns:a16="http://schemas.microsoft.com/office/drawing/2014/main" id="{5DD734C2-83A3-1714-A48F-6CBA96DFE578}"/>
                </a:ext>
              </a:extLst>
            </p:cNvPr>
            <p:cNvPicPr preferRelativeResize="0"/>
            <p:nvPr/>
          </p:nvPicPr>
          <p:blipFill rotWithShape="1">
            <a:blip r:embed="rId3">
              <a:alphaModFix amt="58000"/>
            </a:blip>
            <a:srcRect t="25270" r="59873" b="9950"/>
            <a:stretch/>
          </p:blipFill>
          <p:spPr>
            <a:xfrm>
              <a:off x="3051053" y="3828390"/>
              <a:ext cx="1222436" cy="1644980"/>
            </a:xfrm>
            <a:prstGeom prst="rect">
              <a:avLst/>
            </a:prstGeom>
            <a:noFill/>
            <a:ln>
              <a:noFill/>
            </a:ln>
          </p:spPr>
        </p:pic>
      </p:grpSp>
      <p:sp>
        <p:nvSpPr>
          <p:cNvPr id="2" name="Title 1"/>
          <p:cNvSpPr>
            <a:spLocks noGrp="1"/>
          </p:cNvSpPr>
          <p:nvPr>
            <p:ph type="ctrTitle"/>
          </p:nvPr>
        </p:nvSpPr>
        <p:spPr>
          <a:xfrm>
            <a:off x="352602" y="1956685"/>
            <a:ext cx="8009733" cy="1162750"/>
          </a:xfrm>
        </p:spPr>
        <p:txBody>
          <a:bodyPr vert="horz" lIns="91440" tIns="45720" rIns="91440" bIns="0" rtlCol="0" anchor="ctr">
            <a:noAutofit/>
          </a:bodyPr>
          <a:lstStyle>
            <a:lvl1pPr>
              <a:defRPr lang="en-US" sz="4000" b="1" i="0" cap="all" baseline="0" dirty="0">
                <a:solidFill>
                  <a:schemeClr val="bg1"/>
                </a:solidFill>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3" name="Google Shape;267;p36">
            <a:extLst>
              <a:ext uri="{FF2B5EF4-FFF2-40B4-BE49-F238E27FC236}">
                <a16:creationId xmlns:a16="http://schemas.microsoft.com/office/drawing/2014/main" id="{C1536ADF-552A-81C8-9B0B-10A93887494F}"/>
              </a:ext>
            </a:extLst>
          </p:cNvPr>
          <p:cNvGrpSpPr/>
          <p:nvPr/>
        </p:nvGrpSpPr>
        <p:grpSpPr>
          <a:xfrm rot="-5400000">
            <a:off x="5223451" y="1196298"/>
            <a:ext cx="5164226" cy="2747927"/>
            <a:chOff x="1155183" y="3814094"/>
            <a:chExt cx="3118306" cy="1659276"/>
          </a:xfrm>
        </p:grpSpPr>
        <p:pic>
          <p:nvPicPr>
            <p:cNvPr id="7" name="Google Shape;268;p36">
              <a:extLst>
                <a:ext uri="{FF2B5EF4-FFF2-40B4-BE49-F238E27FC236}">
                  <a16:creationId xmlns:a16="http://schemas.microsoft.com/office/drawing/2014/main" id="{DA582BEE-3A38-D9E9-04DB-646B3F4F939C}"/>
                </a:ext>
              </a:extLst>
            </p:cNvPr>
            <p:cNvPicPr preferRelativeResize="0"/>
            <p:nvPr/>
          </p:nvPicPr>
          <p:blipFill rotWithShape="1">
            <a:blip r:embed="rId2">
              <a:alphaModFix amt="58000"/>
            </a:blip>
            <a:srcRect l="37919" t="24705" b="10228"/>
            <a:stretch/>
          </p:blipFill>
          <p:spPr>
            <a:xfrm>
              <a:off x="1155183" y="3814094"/>
              <a:ext cx="1891297" cy="1652133"/>
            </a:xfrm>
            <a:prstGeom prst="rect">
              <a:avLst/>
            </a:prstGeom>
            <a:noFill/>
            <a:ln>
              <a:noFill/>
            </a:ln>
          </p:spPr>
        </p:pic>
        <p:pic>
          <p:nvPicPr>
            <p:cNvPr id="8" name="Google Shape;269;p36">
              <a:extLst>
                <a:ext uri="{FF2B5EF4-FFF2-40B4-BE49-F238E27FC236}">
                  <a16:creationId xmlns:a16="http://schemas.microsoft.com/office/drawing/2014/main" id="{567DDAE8-1421-DA34-D756-EFF08665560E}"/>
                </a:ext>
              </a:extLst>
            </p:cNvPr>
            <p:cNvPicPr preferRelativeResize="0"/>
            <p:nvPr/>
          </p:nvPicPr>
          <p:blipFill rotWithShape="1">
            <a:blip r:embed="rId3">
              <a:alphaModFix amt="58000"/>
            </a:blip>
            <a:srcRect t="25270" r="59873" b="9950"/>
            <a:stretch/>
          </p:blipFill>
          <p:spPr>
            <a:xfrm>
              <a:off x="3051053" y="3828390"/>
              <a:ext cx="1222436" cy="1644980"/>
            </a:xfrm>
            <a:prstGeom prst="rect">
              <a:avLst/>
            </a:prstGeom>
            <a:noFill/>
            <a:ln>
              <a:noFill/>
            </a:ln>
          </p:spPr>
        </p:pic>
      </p:grpSp>
      <p:sp>
        <p:nvSpPr>
          <p:cNvPr id="11" name="Google Shape;56;p14">
            <a:extLst>
              <a:ext uri="{FF2B5EF4-FFF2-40B4-BE49-F238E27FC236}">
                <a16:creationId xmlns:a16="http://schemas.microsoft.com/office/drawing/2014/main" id="{B51B71B3-41E2-E2AB-E2EE-751E7676E83E}"/>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2" name="Google Shape;60;p14">
            <a:extLst>
              <a:ext uri="{FF2B5EF4-FFF2-40B4-BE49-F238E27FC236}">
                <a16:creationId xmlns:a16="http://schemas.microsoft.com/office/drawing/2014/main" id="{F90BF2D3-DFD8-8E3B-BD0B-7C4261B51086}"/>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13" name="Google Shape;267;p36">
            <a:extLst>
              <a:ext uri="{FF2B5EF4-FFF2-40B4-BE49-F238E27FC236}">
                <a16:creationId xmlns:a16="http://schemas.microsoft.com/office/drawing/2014/main" id="{16B0EAB0-8B57-A2A7-899F-EDF7B2301D75}"/>
              </a:ext>
            </a:extLst>
          </p:cNvPr>
          <p:cNvGrpSpPr/>
          <p:nvPr userDrawn="1"/>
        </p:nvGrpSpPr>
        <p:grpSpPr>
          <a:xfrm rot="-5400000">
            <a:off x="5223451" y="1196298"/>
            <a:ext cx="5164226" cy="2747927"/>
            <a:chOff x="1155183" y="3814094"/>
            <a:chExt cx="3118306" cy="1659276"/>
          </a:xfrm>
        </p:grpSpPr>
        <p:pic>
          <p:nvPicPr>
            <p:cNvPr id="14" name="Google Shape;268;p36">
              <a:extLst>
                <a:ext uri="{FF2B5EF4-FFF2-40B4-BE49-F238E27FC236}">
                  <a16:creationId xmlns:a16="http://schemas.microsoft.com/office/drawing/2014/main" id="{86DE5A68-EE24-0108-9A21-EBEE72189BF2}"/>
                </a:ext>
              </a:extLst>
            </p:cNvPr>
            <p:cNvPicPr preferRelativeResize="0"/>
            <p:nvPr/>
          </p:nvPicPr>
          <p:blipFill rotWithShape="1">
            <a:blip r:embed="rId2">
              <a:alphaModFix amt="58000"/>
            </a:blip>
            <a:srcRect l="37919" t="24705" b="10228"/>
            <a:stretch/>
          </p:blipFill>
          <p:spPr>
            <a:xfrm>
              <a:off x="1155183" y="3814094"/>
              <a:ext cx="1891297" cy="1652133"/>
            </a:xfrm>
            <a:prstGeom prst="rect">
              <a:avLst/>
            </a:prstGeom>
            <a:noFill/>
            <a:ln>
              <a:noFill/>
            </a:ln>
          </p:spPr>
        </p:pic>
        <p:pic>
          <p:nvPicPr>
            <p:cNvPr id="15" name="Google Shape;269;p36">
              <a:extLst>
                <a:ext uri="{FF2B5EF4-FFF2-40B4-BE49-F238E27FC236}">
                  <a16:creationId xmlns:a16="http://schemas.microsoft.com/office/drawing/2014/main" id="{ED37212B-76F6-A876-CFFB-91B8A627ACB7}"/>
                </a:ext>
              </a:extLst>
            </p:cNvPr>
            <p:cNvPicPr preferRelativeResize="0"/>
            <p:nvPr/>
          </p:nvPicPr>
          <p:blipFill rotWithShape="1">
            <a:blip r:embed="rId3">
              <a:alphaModFix amt="58000"/>
            </a:blip>
            <a:srcRect t="25270" r="59873" b="9950"/>
            <a:stretch/>
          </p:blipFill>
          <p:spPr>
            <a:xfrm>
              <a:off x="3051053" y="3828390"/>
              <a:ext cx="1222436" cy="1644980"/>
            </a:xfrm>
            <a:prstGeom prst="rect">
              <a:avLst/>
            </a:prstGeom>
            <a:noFill/>
            <a:ln>
              <a:noFill/>
            </a:ln>
          </p:spPr>
        </p:pic>
      </p:grpSp>
      <p:sp>
        <p:nvSpPr>
          <p:cNvPr id="16" name="Google Shape;56;p14">
            <a:extLst>
              <a:ext uri="{FF2B5EF4-FFF2-40B4-BE49-F238E27FC236}">
                <a16:creationId xmlns:a16="http://schemas.microsoft.com/office/drawing/2014/main" id="{F3ADFEB7-46AF-4A07-B641-B072BA25D523}"/>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60;p14">
            <a:extLst>
              <a:ext uri="{FF2B5EF4-FFF2-40B4-BE49-F238E27FC236}">
                <a16:creationId xmlns:a16="http://schemas.microsoft.com/office/drawing/2014/main" id="{90D009FA-CCE5-8AB5-9316-46D25E03A67F}"/>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4120586008"/>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ote - Dk Blu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52602" y="1956685"/>
            <a:ext cx="8009733" cy="1162750"/>
          </a:xfrm>
        </p:spPr>
        <p:txBody>
          <a:bodyPr anchor="ctr"/>
          <a:lstStyle>
            <a:lvl1pPr algn="l">
              <a:lnSpc>
                <a:spcPct val="100000"/>
              </a:lnSpc>
              <a:defRPr sz="4000" b="1">
                <a:solidFill>
                  <a:schemeClr val="bg1"/>
                </a:solidFill>
              </a:defRPr>
            </a:lvl1pPr>
          </a:lstStyle>
          <a:p>
            <a:r>
              <a:rPr lang="en-US"/>
              <a:t>Click to edit Master title style</a:t>
            </a:r>
            <a:endParaRPr lang="en-US" dirty="0"/>
          </a:p>
        </p:txBody>
      </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3" name="Google Shape;275;p37">
            <a:extLst>
              <a:ext uri="{FF2B5EF4-FFF2-40B4-BE49-F238E27FC236}">
                <a16:creationId xmlns:a16="http://schemas.microsoft.com/office/drawing/2014/main" id="{74847857-F937-CD64-1E2C-D0E5EAE37063}"/>
              </a:ext>
            </a:extLst>
          </p:cNvPr>
          <p:cNvGrpSpPr/>
          <p:nvPr/>
        </p:nvGrpSpPr>
        <p:grpSpPr>
          <a:xfrm>
            <a:off x="457209" y="474129"/>
            <a:ext cx="1177786" cy="857849"/>
            <a:chOff x="865451" y="2114550"/>
            <a:chExt cx="3399093" cy="2475755"/>
          </a:xfrm>
        </p:grpSpPr>
        <p:sp>
          <p:nvSpPr>
            <p:cNvPr id="7" name="Google Shape;276;p37">
              <a:extLst>
                <a:ext uri="{FF2B5EF4-FFF2-40B4-BE49-F238E27FC236}">
                  <a16:creationId xmlns:a16="http://schemas.microsoft.com/office/drawing/2014/main" id="{EB101FE0-5C53-430B-5E96-45909B4CB126}"/>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8" name="Google Shape;277;p37">
              <a:extLst>
                <a:ext uri="{FF2B5EF4-FFF2-40B4-BE49-F238E27FC236}">
                  <a16:creationId xmlns:a16="http://schemas.microsoft.com/office/drawing/2014/main" id="{86F5F33E-42B8-8868-A558-76F7DFEE5726}"/>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11" name="Subtitle 2">
            <a:extLst>
              <a:ext uri="{FF2B5EF4-FFF2-40B4-BE49-F238E27FC236}">
                <a16:creationId xmlns:a16="http://schemas.microsoft.com/office/drawing/2014/main" id="{4E29DC9F-0930-5ACB-CBA0-C28321058B93}"/>
              </a:ext>
            </a:extLst>
          </p:cNvPr>
          <p:cNvSpPr>
            <a:spLocks noGrp="1"/>
          </p:cNvSpPr>
          <p:nvPr>
            <p:ph type="subTitle" idx="1"/>
          </p:nvPr>
        </p:nvSpPr>
        <p:spPr>
          <a:xfrm>
            <a:off x="364877" y="4041210"/>
            <a:ext cx="5732648" cy="409338"/>
          </a:xfrm>
          <a:prstGeom prst="rect">
            <a:avLst/>
          </a:prstGeom>
        </p:spPr>
        <p:txBody>
          <a:bodyPr>
            <a:noAutofit/>
          </a:bodyPr>
          <a:lstStyle>
            <a:lvl1pPr marL="0" indent="0" algn="l">
              <a:buNone/>
              <a:defRPr sz="1800" b="1">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2" name="TextBox 11">
            <a:extLst>
              <a:ext uri="{FF2B5EF4-FFF2-40B4-BE49-F238E27FC236}">
                <a16:creationId xmlns:a16="http://schemas.microsoft.com/office/drawing/2014/main" id="{17BACBE6-4F66-1DDA-2337-2C1ED35B4838}"/>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4" name="Google Shape;56;p14">
            <a:extLst>
              <a:ext uri="{FF2B5EF4-FFF2-40B4-BE49-F238E27FC236}">
                <a16:creationId xmlns:a16="http://schemas.microsoft.com/office/drawing/2014/main" id="{7C15EB21-5004-D388-F7AD-7DD0D818ACAC}"/>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5" name="Google Shape;60;p14">
            <a:extLst>
              <a:ext uri="{FF2B5EF4-FFF2-40B4-BE49-F238E27FC236}">
                <a16:creationId xmlns:a16="http://schemas.microsoft.com/office/drawing/2014/main" id="{6153BF2C-CF38-FD06-46FE-C516A2B17A1D}"/>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6" name="Google Shape;275;p37">
            <a:extLst>
              <a:ext uri="{FF2B5EF4-FFF2-40B4-BE49-F238E27FC236}">
                <a16:creationId xmlns:a16="http://schemas.microsoft.com/office/drawing/2014/main" id="{30E9C498-BCBE-809F-4405-770C08E60F15}"/>
              </a:ext>
            </a:extLst>
          </p:cNvPr>
          <p:cNvGrpSpPr/>
          <p:nvPr/>
        </p:nvGrpSpPr>
        <p:grpSpPr>
          <a:xfrm>
            <a:off x="457209" y="474129"/>
            <a:ext cx="1177786" cy="857849"/>
            <a:chOff x="865451" y="2114550"/>
            <a:chExt cx="3399093" cy="2475755"/>
          </a:xfrm>
        </p:grpSpPr>
        <p:sp>
          <p:nvSpPr>
            <p:cNvPr id="13" name="Google Shape;276;p37">
              <a:extLst>
                <a:ext uri="{FF2B5EF4-FFF2-40B4-BE49-F238E27FC236}">
                  <a16:creationId xmlns:a16="http://schemas.microsoft.com/office/drawing/2014/main" id="{8E3D816F-E98A-AA39-FFB1-F12836BC1084}"/>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 name="Google Shape;277;p37">
              <a:extLst>
                <a:ext uri="{FF2B5EF4-FFF2-40B4-BE49-F238E27FC236}">
                  <a16:creationId xmlns:a16="http://schemas.microsoft.com/office/drawing/2014/main" id="{B281103F-A103-C400-3EE6-CC712C1C8F0D}"/>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15" name="TextBox 14">
            <a:extLst>
              <a:ext uri="{FF2B5EF4-FFF2-40B4-BE49-F238E27FC236}">
                <a16:creationId xmlns:a16="http://schemas.microsoft.com/office/drawing/2014/main" id="{68C55B63-4989-9461-4425-2289C15C366E}"/>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6" name="Google Shape;56;p14">
            <a:extLst>
              <a:ext uri="{FF2B5EF4-FFF2-40B4-BE49-F238E27FC236}">
                <a16:creationId xmlns:a16="http://schemas.microsoft.com/office/drawing/2014/main" id="{9601F03F-9290-FDD5-86DB-966D68F35B7A}"/>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60;p14">
            <a:extLst>
              <a:ext uri="{FF2B5EF4-FFF2-40B4-BE49-F238E27FC236}">
                <a16:creationId xmlns:a16="http://schemas.microsoft.com/office/drawing/2014/main" id="{DEBA1EFB-9E07-31DD-9765-9C5B259CA627}"/>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18" name="Google Shape;275;p37">
            <a:extLst>
              <a:ext uri="{FF2B5EF4-FFF2-40B4-BE49-F238E27FC236}">
                <a16:creationId xmlns:a16="http://schemas.microsoft.com/office/drawing/2014/main" id="{C2A7E64A-A2B8-C895-F111-4EA3F4D4EF29}"/>
              </a:ext>
            </a:extLst>
          </p:cNvPr>
          <p:cNvGrpSpPr/>
          <p:nvPr userDrawn="1"/>
        </p:nvGrpSpPr>
        <p:grpSpPr>
          <a:xfrm>
            <a:off x="457209" y="474129"/>
            <a:ext cx="1177786" cy="857849"/>
            <a:chOff x="865451" y="2114550"/>
            <a:chExt cx="3399093" cy="2475755"/>
          </a:xfrm>
        </p:grpSpPr>
        <p:sp>
          <p:nvSpPr>
            <p:cNvPr id="19" name="Google Shape;276;p37">
              <a:extLst>
                <a:ext uri="{FF2B5EF4-FFF2-40B4-BE49-F238E27FC236}">
                  <a16:creationId xmlns:a16="http://schemas.microsoft.com/office/drawing/2014/main" id="{AEA3E3F7-5E28-CA1D-FD4B-E267E8F68D77}"/>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0" name="Google Shape;277;p37">
              <a:extLst>
                <a:ext uri="{FF2B5EF4-FFF2-40B4-BE49-F238E27FC236}">
                  <a16:creationId xmlns:a16="http://schemas.microsoft.com/office/drawing/2014/main" id="{84D27F3A-DD9B-3E35-BF0A-FAD1CB8F3C52}"/>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21" name="TextBox 20">
            <a:extLst>
              <a:ext uri="{FF2B5EF4-FFF2-40B4-BE49-F238E27FC236}">
                <a16:creationId xmlns:a16="http://schemas.microsoft.com/office/drawing/2014/main" id="{CB973738-D3E1-232A-11B9-2253B9CCF8D8}"/>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Tree>
    <p:extLst>
      <p:ext uri="{BB962C8B-B14F-4D97-AF65-F5344CB8AC3E}">
        <p14:creationId xmlns:p14="http://schemas.microsoft.com/office/powerpoint/2010/main" val="1674868626"/>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52602" y="1956685"/>
            <a:ext cx="8009733" cy="1162750"/>
          </a:xfrm>
        </p:spPr>
        <p:txBody>
          <a:bodyPr anchor="ctr"/>
          <a:lstStyle>
            <a:lvl1pPr algn="l">
              <a:lnSpc>
                <a:spcPct val="100000"/>
              </a:lnSpc>
              <a:defRPr sz="4000" b="1">
                <a:solidFill>
                  <a:schemeClr val="tx1"/>
                </a:solidFill>
              </a:defRPr>
            </a:lvl1pPr>
          </a:lstStyle>
          <a:p>
            <a:r>
              <a:rPr lang="en-US"/>
              <a:t>Click to edit Master title style</a:t>
            </a:r>
            <a:endParaRPr lang="en-US" dirty="0"/>
          </a:p>
        </p:txBody>
      </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3" name="Google Shape;275;p37">
            <a:extLst>
              <a:ext uri="{FF2B5EF4-FFF2-40B4-BE49-F238E27FC236}">
                <a16:creationId xmlns:a16="http://schemas.microsoft.com/office/drawing/2014/main" id="{74847857-F937-CD64-1E2C-D0E5EAE37063}"/>
              </a:ext>
            </a:extLst>
          </p:cNvPr>
          <p:cNvGrpSpPr/>
          <p:nvPr/>
        </p:nvGrpSpPr>
        <p:grpSpPr>
          <a:xfrm>
            <a:off x="457209" y="474129"/>
            <a:ext cx="1177786" cy="857849"/>
            <a:chOff x="865451" y="2114550"/>
            <a:chExt cx="3399093" cy="2475755"/>
          </a:xfrm>
        </p:grpSpPr>
        <p:sp>
          <p:nvSpPr>
            <p:cNvPr id="7" name="Google Shape;276;p37">
              <a:extLst>
                <a:ext uri="{FF2B5EF4-FFF2-40B4-BE49-F238E27FC236}">
                  <a16:creationId xmlns:a16="http://schemas.microsoft.com/office/drawing/2014/main" id="{EB101FE0-5C53-430B-5E96-45909B4CB126}"/>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8" name="Google Shape;277;p37">
              <a:extLst>
                <a:ext uri="{FF2B5EF4-FFF2-40B4-BE49-F238E27FC236}">
                  <a16:creationId xmlns:a16="http://schemas.microsoft.com/office/drawing/2014/main" id="{86F5F33E-42B8-8868-A558-76F7DFEE5726}"/>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11" name="Subtitle 2">
            <a:extLst>
              <a:ext uri="{FF2B5EF4-FFF2-40B4-BE49-F238E27FC236}">
                <a16:creationId xmlns:a16="http://schemas.microsoft.com/office/drawing/2014/main" id="{4E29DC9F-0930-5ACB-CBA0-C28321058B93}"/>
              </a:ext>
            </a:extLst>
          </p:cNvPr>
          <p:cNvSpPr>
            <a:spLocks noGrp="1"/>
          </p:cNvSpPr>
          <p:nvPr>
            <p:ph type="subTitle" idx="1"/>
          </p:nvPr>
        </p:nvSpPr>
        <p:spPr>
          <a:xfrm>
            <a:off x="364877" y="4041210"/>
            <a:ext cx="5732648" cy="409338"/>
          </a:xfrm>
          <a:prstGeom prst="rect">
            <a:avLst/>
          </a:prstGeom>
        </p:spPr>
        <p:txBody>
          <a:bodyPr>
            <a:noAutofit/>
          </a:bodyPr>
          <a:lstStyle>
            <a:lvl1pPr marL="0" indent="0" algn="l">
              <a:buNone/>
              <a:defRPr sz="1800" b="1">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2" name="TextBox 11">
            <a:extLst>
              <a:ext uri="{FF2B5EF4-FFF2-40B4-BE49-F238E27FC236}">
                <a16:creationId xmlns:a16="http://schemas.microsoft.com/office/drawing/2014/main" id="{17BACBE6-4F66-1DDA-2337-2C1ED35B4838}"/>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tx1">
                    <a:lumMod val="50000"/>
                    <a:lumOff val="50000"/>
                  </a:schemeClr>
                </a:solidFill>
                <a:latin typeface="+mn-lt"/>
                <a:ea typeface="+mn-ea"/>
                <a:cs typeface="+mn-cs"/>
              </a:rPr>
              <a:pPr algn="r"/>
              <a:t>‹#›</a:t>
            </a:fld>
            <a:endParaRPr lang="en-US" sz="600" i="0" kern="1200" dirty="0">
              <a:solidFill>
                <a:schemeClr val="tx1">
                  <a:lumMod val="50000"/>
                  <a:lumOff val="50000"/>
                </a:schemeClr>
              </a:solidFill>
              <a:latin typeface="+mn-lt"/>
              <a:ea typeface="+mn-ea"/>
              <a:cs typeface="+mn-cs"/>
            </a:endParaRPr>
          </a:p>
        </p:txBody>
      </p:sp>
      <p:sp>
        <p:nvSpPr>
          <p:cNvPr id="4" name="Google Shape;56;p14">
            <a:extLst>
              <a:ext uri="{FF2B5EF4-FFF2-40B4-BE49-F238E27FC236}">
                <a16:creationId xmlns:a16="http://schemas.microsoft.com/office/drawing/2014/main" id="{CAEEBA87-4015-0A45-856C-3F55E6316CBB}"/>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5" name="Google Shape;60;p14">
            <a:extLst>
              <a:ext uri="{FF2B5EF4-FFF2-40B4-BE49-F238E27FC236}">
                <a16:creationId xmlns:a16="http://schemas.microsoft.com/office/drawing/2014/main" id="{F56A676A-ACDA-A913-746C-42F8FA2AE800}"/>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6" name="Google Shape;275;p37">
            <a:extLst>
              <a:ext uri="{FF2B5EF4-FFF2-40B4-BE49-F238E27FC236}">
                <a16:creationId xmlns:a16="http://schemas.microsoft.com/office/drawing/2014/main" id="{A0CC1866-15A3-CD21-C60A-2DC642D3CF9B}"/>
              </a:ext>
            </a:extLst>
          </p:cNvPr>
          <p:cNvGrpSpPr/>
          <p:nvPr/>
        </p:nvGrpSpPr>
        <p:grpSpPr>
          <a:xfrm>
            <a:off x="457209" y="474129"/>
            <a:ext cx="1177786" cy="857849"/>
            <a:chOff x="865451" y="2114550"/>
            <a:chExt cx="3399093" cy="2475755"/>
          </a:xfrm>
        </p:grpSpPr>
        <p:sp>
          <p:nvSpPr>
            <p:cNvPr id="13" name="Google Shape;276;p37">
              <a:extLst>
                <a:ext uri="{FF2B5EF4-FFF2-40B4-BE49-F238E27FC236}">
                  <a16:creationId xmlns:a16="http://schemas.microsoft.com/office/drawing/2014/main" id="{A5B1BE8C-6C86-EA1C-7099-1A8D33D5781F}"/>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 name="Google Shape;277;p37">
              <a:extLst>
                <a:ext uri="{FF2B5EF4-FFF2-40B4-BE49-F238E27FC236}">
                  <a16:creationId xmlns:a16="http://schemas.microsoft.com/office/drawing/2014/main" id="{AEDBDAA2-17D4-FF75-31B2-08CA208A9D33}"/>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15" name="TextBox 14">
            <a:extLst>
              <a:ext uri="{FF2B5EF4-FFF2-40B4-BE49-F238E27FC236}">
                <a16:creationId xmlns:a16="http://schemas.microsoft.com/office/drawing/2014/main" id="{43BDFB39-3511-A61D-8477-CCD23B7C8E7D}"/>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tx1">
                    <a:lumMod val="50000"/>
                    <a:lumOff val="50000"/>
                  </a:schemeClr>
                </a:solidFill>
                <a:latin typeface="+mn-lt"/>
                <a:ea typeface="+mn-ea"/>
                <a:cs typeface="+mn-cs"/>
              </a:rPr>
              <a:pPr algn="r"/>
              <a:t>‹#›</a:t>
            </a:fld>
            <a:endParaRPr lang="en-US" sz="600" i="0" kern="1200" dirty="0">
              <a:solidFill>
                <a:schemeClr val="tx1">
                  <a:lumMod val="50000"/>
                  <a:lumOff val="50000"/>
                </a:schemeClr>
              </a:solidFill>
              <a:latin typeface="+mn-lt"/>
              <a:ea typeface="+mn-ea"/>
              <a:cs typeface="+mn-cs"/>
            </a:endParaRPr>
          </a:p>
        </p:txBody>
      </p:sp>
      <p:sp>
        <p:nvSpPr>
          <p:cNvPr id="16" name="Google Shape;56;p14">
            <a:extLst>
              <a:ext uri="{FF2B5EF4-FFF2-40B4-BE49-F238E27FC236}">
                <a16:creationId xmlns:a16="http://schemas.microsoft.com/office/drawing/2014/main" id="{F5DA42C5-3B23-D7B4-A3C3-0F9E0781E1E7}"/>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60;p14">
            <a:extLst>
              <a:ext uri="{FF2B5EF4-FFF2-40B4-BE49-F238E27FC236}">
                <a16:creationId xmlns:a16="http://schemas.microsoft.com/office/drawing/2014/main" id="{083D1937-F4B9-BD8C-35BA-5F8DA4997772}"/>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18" name="Google Shape;275;p37">
            <a:extLst>
              <a:ext uri="{FF2B5EF4-FFF2-40B4-BE49-F238E27FC236}">
                <a16:creationId xmlns:a16="http://schemas.microsoft.com/office/drawing/2014/main" id="{AC0414FD-04DE-1A9A-704E-621E77003207}"/>
              </a:ext>
            </a:extLst>
          </p:cNvPr>
          <p:cNvGrpSpPr/>
          <p:nvPr userDrawn="1"/>
        </p:nvGrpSpPr>
        <p:grpSpPr>
          <a:xfrm>
            <a:off x="457209" y="474129"/>
            <a:ext cx="1177786" cy="857849"/>
            <a:chOff x="865451" y="2114550"/>
            <a:chExt cx="3399093" cy="2475755"/>
          </a:xfrm>
        </p:grpSpPr>
        <p:sp>
          <p:nvSpPr>
            <p:cNvPr id="19" name="Google Shape;276;p37">
              <a:extLst>
                <a:ext uri="{FF2B5EF4-FFF2-40B4-BE49-F238E27FC236}">
                  <a16:creationId xmlns:a16="http://schemas.microsoft.com/office/drawing/2014/main" id="{687197CE-D60B-1E20-0CA3-C472905FC598}"/>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0" name="Google Shape;277;p37">
              <a:extLst>
                <a:ext uri="{FF2B5EF4-FFF2-40B4-BE49-F238E27FC236}">
                  <a16:creationId xmlns:a16="http://schemas.microsoft.com/office/drawing/2014/main" id="{DD228226-35B2-64A3-9176-0BF70B0887B2}"/>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21" name="TextBox 20">
            <a:extLst>
              <a:ext uri="{FF2B5EF4-FFF2-40B4-BE49-F238E27FC236}">
                <a16:creationId xmlns:a16="http://schemas.microsoft.com/office/drawing/2014/main" id="{4CF36FF0-7824-3109-6677-117C6534430E}"/>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tx1">
                    <a:lumMod val="50000"/>
                    <a:lumOff val="50000"/>
                  </a:schemeClr>
                </a:solidFill>
                <a:latin typeface="+mn-lt"/>
                <a:ea typeface="+mn-ea"/>
                <a:cs typeface="+mn-cs"/>
              </a:rPr>
              <a:pPr algn="r"/>
              <a:t>‹#›</a:t>
            </a:fld>
            <a:endParaRPr lang="en-US" sz="600" i="0"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2161411115"/>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ote - Dk Blue w photo">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52603" y="1956685"/>
            <a:ext cx="5192792" cy="1162750"/>
          </a:xfrm>
        </p:spPr>
        <p:txBody>
          <a:bodyPr anchor="ctr"/>
          <a:lstStyle>
            <a:lvl1pPr algn="l">
              <a:lnSpc>
                <a:spcPct val="100000"/>
              </a:lnSpc>
              <a:defRPr sz="4000" b="1">
                <a:solidFill>
                  <a:schemeClr val="bg1"/>
                </a:solidFill>
              </a:defRPr>
            </a:lvl1pPr>
          </a:lstStyle>
          <a:p>
            <a:r>
              <a:rPr lang="en-US"/>
              <a:t>Click to edit Master title style</a:t>
            </a:r>
            <a:endParaRPr lang="en-US" dirty="0"/>
          </a:p>
        </p:txBody>
      </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3" name="Google Shape;275;p37">
            <a:extLst>
              <a:ext uri="{FF2B5EF4-FFF2-40B4-BE49-F238E27FC236}">
                <a16:creationId xmlns:a16="http://schemas.microsoft.com/office/drawing/2014/main" id="{74847857-F937-CD64-1E2C-D0E5EAE37063}"/>
              </a:ext>
            </a:extLst>
          </p:cNvPr>
          <p:cNvGrpSpPr/>
          <p:nvPr/>
        </p:nvGrpSpPr>
        <p:grpSpPr>
          <a:xfrm>
            <a:off x="457209" y="474129"/>
            <a:ext cx="1177786" cy="857849"/>
            <a:chOff x="865451" y="2114550"/>
            <a:chExt cx="3399093" cy="2475755"/>
          </a:xfrm>
        </p:grpSpPr>
        <p:sp>
          <p:nvSpPr>
            <p:cNvPr id="7" name="Google Shape;276;p37">
              <a:extLst>
                <a:ext uri="{FF2B5EF4-FFF2-40B4-BE49-F238E27FC236}">
                  <a16:creationId xmlns:a16="http://schemas.microsoft.com/office/drawing/2014/main" id="{EB101FE0-5C53-430B-5E96-45909B4CB126}"/>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8" name="Google Shape;277;p37">
              <a:extLst>
                <a:ext uri="{FF2B5EF4-FFF2-40B4-BE49-F238E27FC236}">
                  <a16:creationId xmlns:a16="http://schemas.microsoft.com/office/drawing/2014/main" id="{86F5F33E-42B8-8868-A558-76F7DFEE5726}"/>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11" name="Subtitle 2">
            <a:extLst>
              <a:ext uri="{FF2B5EF4-FFF2-40B4-BE49-F238E27FC236}">
                <a16:creationId xmlns:a16="http://schemas.microsoft.com/office/drawing/2014/main" id="{4E29DC9F-0930-5ACB-CBA0-C28321058B93}"/>
              </a:ext>
            </a:extLst>
          </p:cNvPr>
          <p:cNvSpPr>
            <a:spLocks noGrp="1"/>
          </p:cNvSpPr>
          <p:nvPr>
            <p:ph type="subTitle" idx="1"/>
          </p:nvPr>
        </p:nvSpPr>
        <p:spPr>
          <a:xfrm>
            <a:off x="1362753" y="4041210"/>
            <a:ext cx="5732648" cy="409338"/>
          </a:xfrm>
          <a:prstGeom prst="rect">
            <a:avLst/>
          </a:prstGeom>
        </p:spPr>
        <p:txBody>
          <a:bodyPr>
            <a:noAutofit/>
          </a:bodyPr>
          <a:lstStyle>
            <a:lvl1pPr marL="0" indent="0" algn="r">
              <a:buNone/>
              <a:defRPr sz="1800" b="1">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2" name="TextBox 11">
            <a:extLst>
              <a:ext uri="{FF2B5EF4-FFF2-40B4-BE49-F238E27FC236}">
                <a16:creationId xmlns:a16="http://schemas.microsoft.com/office/drawing/2014/main" id="{17BACBE6-4F66-1DDA-2337-2C1ED35B4838}"/>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4" name="Google Shape;56;p14">
            <a:extLst>
              <a:ext uri="{FF2B5EF4-FFF2-40B4-BE49-F238E27FC236}">
                <a16:creationId xmlns:a16="http://schemas.microsoft.com/office/drawing/2014/main" id="{6214612F-47A5-C567-4889-74B752C2F55A}"/>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5" name="Google Shape;60;p14">
            <a:extLst>
              <a:ext uri="{FF2B5EF4-FFF2-40B4-BE49-F238E27FC236}">
                <a16:creationId xmlns:a16="http://schemas.microsoft.com/office/drawing/2014/main" id="{32DB8622-6441-C2BC-02DE-608D6947700E}"/>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6" name="Google Shape;275;p37">
            <a:extLst>
              <a:ext uri="{FF2B5EF4-FFF2-40B4-BE49-F238E27FC236}">
                <a16:creationId xmlns:a16="http://schemas.microsoft.com/office/drawing/2014/main" id="{81931FE2-47C0-EDFB-F52A-E8FD3C58A64B}"/>
              </a:ext>
            </a:extLst>
          </p:cNvPr>
          <p:cNvGrpSpPr/>
          <p:nvPr/>
        </p:nvGrpSpPr>
        <p:grpSpPr>
          <a:xfrm>
            <a:off x="457209" y="474129"/>
            <a:ext cx="1177786" cy="857849"/>
            <a:chOff x="865451" y="2114550"/>
            <a:chExt cx="3399093" cy="2475755"/>
          </a:xfrm>
        </p:grpSpPr>
        <p:sp>
          <p:nvSpPr>
            <p:cNvPr id="13" name="Google Shape;276;p37">
              <a:extLst>
                <a:ext uri="{FF2B5EF4-FFF2-40B4-BE49-F238E27FC236}">
                  <a16:creationId xmlns:a16="http://schemas.microsoft.com/office/drawing/2014/main" id="{2C779103-60E3-EA5E-C921-EC9CCB225651}"/>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 name="Google Shape;277;p37">
              <a:extLst>
                <a:ext uri="{FF2B5EF4-FFF2-40B4-BE49-F238E27FC236}">
                  <a16:creationId xmlns:a16="http://schemas.microsoft.com/office/drawing/2014/main" id="{24C5333F-6451-82A4-2BC4-CE90765751C2}"/>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15" name="TextBox 14">
            <a:extLst>
              <a:ext uri="{FF2B5EF4-FFF2-40B4-BE49-F238E27FC236}">
                <a16:creationId xmlns:a16="http://schemas.microsoft.com/office/drawing/2014/main" id="{38F18F62-63FD-BDDD-2CCA-C25B0865C579}"/>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6" name="Google Shape;56;p14">
            <a:extLst>
              <a:ext uri="{FF2B5EF4-FFF2-40B4-BE49-F238E27FC236}">
                <a16:creationId xmlns:a16="http://schemas.microsoft.com/office/drawing/2014/main" id="{E168E609-5653-4279-F50B-0FE4D30DBC82}"/>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60;p14">
            <a:extLst>
              <a:ext uri="{FF2B5EF4-FFF2-40B4-BE49-F238E27FC236}">
                <a16:creationId xmlns:a16="http://schemas.microsoft.com/office/drawing/2014/main" id="{763D60FC-5215-2348-0835-8AC6EFB94180}"/>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18" name="Google Shape;275;p37">
            <a:extLst>
              <a:ext uri="{FF2B5EF4-FFF2-40B4-BE49-F238E27FC236}">
                <a16:creationId xmlns:a16="http://schemas.microsoft.com/office/drawing/2014/main" id="{D1B24224-9167-528B-8877-2962BDB2BBD3}"/>
              </a:ext>
            </a:extLst>
          </p:cNvPr>
          <p:cNvGrpSpPr/>
          <p:nvPr userDrawn="1"/>
        </p:nvGrpSpPr>
        <p:grpSpPr>
          <a:xfrm>
            <a:off x="457209" y="474129"/>
            <a:ext cx="1177786" cy="857849"/>
            <a:chOff x="865451" y="2114550"/>
            <a:chExt cx="3399093" cy="2475755"/>
          </a:xfrm>
        </p:grpSpPr>
        <p:sp>
          <p:nvSpPr>
            <p:cNvPr id="19" name="Google Shape;276;p37">
              <a:extLst>
                <a:ext uri="{FF2B5EF4-FFF2-40B4-BE49-F238E27FC236}">
                  <a16:creationId xmlns:a16="http://schemas.microsoft.com/office/drawing/2014/main" id="{B38FDCD9-70BE-BF83-E226-ED5734402449}"/>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0" name="Google Shape;277;p37">
              <a:extLst>
                <a:ext uri="{FF2B5EF4-FFF2-40B4-BE49-F238E27FC236}">
                  <a16:creationId xmlns:a16="http://schemas.microsoft.com/office/drawing/2014/main" id="{5D230281-494E-BFA5-2339-4B20C9C442E8}"/>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21" name="TextBox 20">
            <a:extLst>
              <a:ext uri="{FF2B5EF4-FFF2-40B4-BE49-F238E27FC236}">
                <a16:creationId xmlns:a16="http://schemas.microsoft.com/office/drawing/2014/main" id="{E21066F3-9346-10B0-2CE7-BFDAC78E089B}"/>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Tree>
    <p:extLst>
      <p:ext uri="{BB962C8B-B14F-4D97-AF65-F5344CB8AC3E}">
        <p14:creationId xmlns:p14="http://schemas.microsoft.com/office/powerpoint/2010/main" val="1688136408"/>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3" name="Google Shape;298;p40">
            <a:extLst>
              <a:ext uri="{FF2B5EF4-FFF2-40B4-BE49-F238E27FC236}">
                <a16:creationId xmlns:a16="http://schemas.microsoft.com/office/drawing/2014/main" id="{207C3CF2-0C10-9D95-85E9-CCB75BBCB73B}"/>
              </a:ext>
            </a:extLst>
          </p:cNvPr>
          <p:cNvSpPr/>
          <p:nvPr/>
        </p:nvSpPr>
        <p:spPr>
          <a:xfrm>
            <a:off x="0" y="1120200"/>
            <a:ext cx="9144000" cy="402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a:xfrm>
            <a:off x="353539" y="291988"/>
            <a:ext cx="8461830" cy="473131"/>
          </a:xfrm>
        </p:spPr>
        <p:txBody>
          <a:bodyPr>
            <a:noAutofit/>
          </a:bodyPr>
          <a:lstStyle>
            <a:lvl1pPr>
              <a:defRPr sz="2600" b="1"/>
            </a:lvl1pPr>
          </a:lstStyle>
          <a:p>
            <a:r>
              <a:rPr lang="en-US"/>
              <a:t>Click to edit Master title style</a:t>
            </a:r>
            <a:endParaRPr lang="en-US" dirty="0"/>
          </a:p>
        </p:txBody>
      </p:sp>
      <p:sp>
        <p:nvSpPr>
          <p:cNvPr id="4" name="Google Shape;56;p14">
            <a:extLst>
              <a:ext uri="{FF2B5EF4-FFF2-40B4-BE49-F238E27FC236}">
                <a16:creationId xmlns:a16="http://schemas.microsoft.com/office/drawing/2014/main" id="{DE015E05-38D6-E7B3-8895-F15B0BF4D187}"/>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5" name="Google Shape;60;p14">
            <a:extLst>
              <a:ext uri="{FF2B5EF4-FFF2-40B4-BE49-F238E27FC236}">
                <a16:creationId xmlns:a16="http://schemas.microsoft.com/office/drawing/2014/main" id="{B032178A-FF5A-BB80-D369-633B524632B5}"/>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7" name="TextBox 6">
            <a:extLst>
              <a:ext uri="{FF2B5EF4-FFF2-40B4-BE49-F238E27FC236}">
                <a16:creationId xmlns:a16="http://schemas.microsoft.com/office/drawing/2014/main" id="{05AB7F74-391F-1B14-92BB-DD7F5991E969}"/>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2" name="Google Shape;150;p23">
            <a:extLst>
              <a:ext uri="{FF2B5EF4-FFF2-40B4-BE49-F238E27FC236}">
                <a16:creationId xmlns:a16="http://schemas.microsoft.com/office/drawing/2014/main" id="{4CE2E9DF-AB9E-39C5-C729-61C217023B2C}"/>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98;p40">
            <a:extLst>
              <a:ext uri="{FF2B5EF4-FFF2-40B4-BE49-F238E27FC236}">
                <a16:creationId xmlns:a16="http://schemas.microsoft.com/office/drawing/2014/main" id="{FC5EF21E-99ED-D381-33F1-F789E0ECE8CA}"/>
              </a:ext>
            </a:extLst>
          </p:cNvPr>
          <p:cNvSpPr/>
          <p:nvPr/>
        </p:nvSpPr>
        <p:spPr>
          <a:xfrm>
            <a:off x="0" y="1120200"/>
            <a:ext cx="9144000" cy="402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6;p14">
            <a:extLst>
              <a:ext uri="{FF2B5EF4-FFF2-40B4-BE49-F238E27FC236}">
                <a16:creationId xmlns:a16="http://schemas.microsoft.com/office/drawing/2014/main" id="{F225BE62-3FCC-50AD-A352-00D4FA1FF4C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6B6B04F8-3A32-38E6-F7A7-76C1B93B4A8E}"/>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10" name="TextBox 9">
            <a:extLst>
              <a:ext uri="{FF2B5EF4-FFF2-40B4-BE49-F238E27FC236}">
                <a16:creationId xmlns:a16="http://schemas.microsoft.com/office/drawing/2014/main" id="{AEBCA2A7-C0E1-9671-A7E5-7F6EA2DC6DAA}"/>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1" name="Google Shape;150;p23">
            <a:extLst>
              <a:ext uri="{FF2B5EF4-FFF2-40B4-BE49-F238E27FC236}">
                <a16:creationId xmlns:a16="http://schemas.microsoft.com/office/drawing/2014/main" id="{4F96ADA3-BAEB-EA18-FD30-3CB19124831E}"/>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98;p40">
            <a:extLst>
              <a:ext uri="{FF2B5EF4-FFF2-40B4-BE49-F238E27FC236}">
                <a16:creationId xmlns:a16="http://schemas.microsoft.com/office/drawing/2014/main" id="{530BF57E-DDDC-4E9A-A450-23AA6CAB51A8}"/>
              </a:ext>
            </a:extLst>
          </p:cNvPr>
          <p:cNvSpPr/>
          <p:nvPr userDrawn="1"/>
        </p:nvSpPr>
        <p:spPr>
          <a:xfrm>
            <a:off x="0" y="1120200"/>
            <a:ext cx="9144000" cy="402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6;p14">
            <a:extLst>
              <a:ext uri="{FF2B5EF4-FFF2-40B4-BE49-F238E27FC236}">
                <a16:creationId xmlns:a16="http://schemas.microsoft.com/office/drawing/2014/main" id="{76A9B7C4-B81C-5FB5-4059-2BD0FACF8539}"/>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5" name="Google Shape;60;p14">
            <a:extLst>
              <a:ext uri="{FF2B5EF4-FFF2-40B4-BE49-F238E27FC236}">
                <a16:creationId xmlns:a16="http://schemas.microsoft.com/office/drawing/2014/main" id="{EF43324B-6B9C-D02E-90FD-1A5FEF3EA14D}"/>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16" name="TextBox 15">
            <a:extLst>
              <a:ext uri="{FF2B5EF4-FFF2-40B4-BE49-F238E27FC236}">
                <a16:creationId xmlns:a16="http://schemas.microsoft.com/office/drawing/2014/main" id="{5CC10CEB-DEA7-E22D-D6DE-EE4FBA769268}"/>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7" name="Google Shape;150;p23">
            <a:extLst>
              <a:ext uri="{FF2B5EF4-FFF2-40B4-BE49-F238E27FC236}">
                <a16:creationId xmlns:a16="http://schemas.microsoft.com/office/drawing/2014/main" id="{DF1E7BEE-384C-1751-B903-4E7D58D84005}"/>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82171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hank You 0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52602" y="1956685"/>
            <a:ext cx="8348338" cy="1162750"/>
          </a:xfrm>
        </p:spPr>
        <p:txBody>
          <a:bodyPr anchor="ctr"/>
          <a:lstStyle>
            <a:lvl1pPr algn="l">
              <a:lnSpc>
                <a:spcPct val="85000"/>
              </a:lnSpc>
              <a:defRPr sz="5200" b="1" i="0" cap="all" baseline="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Google Shape;310;p42">
            <a:extLst>
              <a:ext uri="{FF2B5EF4-FFF2-40B4-BE49-F238E27FC236}">
                <a16:creationId xmlns:a16="http://schemas.microsoft.com/office/drawing/2014/main" id="{5C13B558-7EC7-3168-24F4-4BB2DA05261A}"/>
              </a:ext>
            </a:extLst>
          </p:cNvPr>
          <p:cNvSpPr/>
          <p:nvPr/>
        </p:nvSpPr>
        <p:spPr>
          <a:xfrm>
            <a:off x="457200" y="4349892"/>
            <a:ext cx="1444930" cy="330450"/>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8" name="Google Shape;312;p42">
            <a:extLst>
              <a:ext uri="{FF2B5EF4-FFF2-40B4-BE49-F238E27FC236}">
                <a16:creationId xmlns:a16="http://schemas.microsoft.com/office/drawing/2014/main" id="{F4B5383E-D245-D777-626A-03F278B175B9}"/>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
        <p:nvSpPr>
          <p:cNvPr id="4" name="Google Shape;310;p42">
            <a:extLst>
              <a:ext uri="{FF2B5EF4-FFF2-40B4-BE49-F238E27FC236}">
                <a16:creationId xmlns:a16="http://schemas.microsoft.com/office/drawing/2014/main" id="{D4DCFDC9-C59B-C078-B62F-2DBD25F92629}"/>
              </a:ext>
            </a:extLst>
          </p:cNvPr>
          <p:cNvSpPr/>
          <p:nvPr/>
        </p:nvSpPr>
        <p:spPr>
          <a:xfrm>
            <a:off x="457200" y="4349892"/>
            <a:ext cx="1444930" cy="330450"/>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5" name="Google Shape;312;p42">
            <a:extLst>
              <a:ext uri="{FF2B5EF4-FFF2-40B4-BE49-F238E27FC236}">
                <a16:creationId xmlns:a16="http://schemas.microsoft.com/office/drawing/2014/main" id="{4C8451AE-C25C-9A41-EB00-2274C82FC51A}"/>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
        <p:nvSpPr>
          <p:cNvPr id="6" name="Google Shape;310;p42">
            <a:extLst>
              <a:ext uri="{FF2B5EF4-FFF2-40B4-BE49-F238E27FC236}">
                <a16:creationId xmlns:a16="http://schemas.microsoft.com/office/drawing/2014/main" id="{FF34E88D-41DD-8402-8F3A-A39F92724A06}"/>
              </a:ext>
            </a:extLst>
          </p:cNvPr>
          <p:cNvSpPr/>
          <p:nvPr userDrawn="1"/>
        </p:nvSpPr>
        <p:spPr>
          <a:xfrm>
            <a:off x="457200" y="4349892"/>
            <a:ext cx="1444930" cy="330450"/>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7" name="Google Shape;312;p42">
            <a:extLst>
              <a:ext uri="{FF2B5EF4-FFF2-40B4-BE49-F238E27FC236}">
                <a16:creationId xmlns:a16="http://schemas.microsoft.com/office/drawing/2014/main" id="{94B32E55-799F-FC59-A811-F49D41947136}"/>
              </a:ext>
            </a:extLst>
          </p:cNvPr>
          <p:cNvSpPr/>
          <p:nvPr userDrawn="1"/>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996849057"/>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hank You 02">
    <p:bg>
      <p:bgPr>
        <a:solidFill>
          <a:schemeClr val="accent1"/>
        </a:solidFill>
        <a:effectLst/>
      </p:bgPr>
    </p:bg>
    <p:spTree>
      <p:nvGrpSpPr>
        <p:cNvPr id="1" name=""/>
        <p:cNvGrpSpPr/>
        <p:nvPr/>
      </p:nvGrpSpPr>
      <p:grpSpPr>
        <a:xfrm>
          <a:off x="0" y="0"/>
          <a:ext cx="0" cy="0"/>
          <a:chOff x="0" y="0"/>
          <a:chExt cx="0" cy="0"/>
        </a:xfrm>
      </p:grpSpPr>
      <p:grpSp>
        <p:nvGrpSpPr>
          <p:cNvPr id="4" name="Google Shape;249;p34">
            <a:extLst>
              <a:ext uri="{FF2B5EF4-FFF2-40B4-BE49-F238E27FC236}">
                <a16:creationId xmlns:a16="http://schemas.microsoft.com/office/drawing/2014/main" id="{C8C7A9DA-6683-04E1-57B1-BEEA583BF44F}"/>
              </a:ext>
            </a:extLst>
          </p:cNvPr>
          <p:cNvGrpSpPr/>
          <p:nvPr/>
        </p:nvGrpSpPr>
        <p:grpSpPr>
          <a:xfrm>
            <a:off x="-10" y="3770439"/>
            <a:ext cx="9143997" cy="1371564"/>
            <a:chOff x="-10" y="3735321"/>
            <a:chExt cx="9139427" cy="1408177"/>
          </a:xfrm>
        </p:grpSpPr>
        <p:pic>
          <p:nvPicPr>
            <p:cNvPr id="5" name="Google Shape;250;p34">
              <a:extLst>
                <a:ext uri="{FF2B5EF4-FFF2-40B4-BE49-F238E27FC236}">
                  <a16:creationId xmlns:a16="http://schemas.microsoft.com/office/drawing/2014/main" id="{67CF61D8-135A-2A41-ACB1-55C65ED4C7B7}"/>
                </a:ext>
              </a:extLst>
            </p:cNvPr>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6" name="Google Shape;251;p34">
              <a:extLst>
                <a:ext uri="{FF2B5EF4-FFF2-40B4-BE49-F238E27FC236}">
                  <a16:creationId xmlns:a16="http://schemas.microsoft.com/office/drawing/2014/main" id="{8C24717E-6C87-714E-27DF-F48F8D2912E3}"/>
                </a:ext>
              </a:extLst>
            </p:cNvPr>
            <p:cNvPicPr preferRelativeResize="0"/>
            <p:nvPr/>
          </p:nvPicPr>
          <p:blipFill rotWithShape="1">
            <a:blip r:embed="rId3">
              <a:alphaModFix amt="72000"/>
            </a:blip>
            <a:srcRect t="139" b="139"/>
            <a:stretch/>
          </p:blipFill>
          <p:spPr>
            <a:xfrm>
              <a:off x="3049515" y="3735321"/>
              <a:ext cx="3044952" cy="1408177"/>
            </a:xfrm>
            <a:prstGeom prst="rect">
              <a:avLst/>
            </a:prstGeom>
            <a:noFill/>
            <a:ln>
              <a:noFill/>
            </a:ln>
          </p:spPr>
        </p:pic>
        <p:pic>
          <p:nvPicPr>
            <p:cNvPr id="7" name="Google Shape;252;p34">
              <a:extLst>
                <a:ext uri="{FF2B5EF4-FFF2-40B4-BE49-F238E27FC236}">
                  <a16:creationId xmlns:a16="http://schemas.microsoft.com/office/drawing/2014/main" id="{14D476DB-B69E-DC2C-3D16-87C6F8227F9C}"/>
                </a:ext>
              </a:extLst>
            </p:cNvPr>
            <p:cNvPicPr preferRelativeResize="0"/>
            <p:nvPr/>
          </p:nvPicPr>
          <p:blipFill rotWithShape="1">
            <a:blip r:embed="rId4">
              <a:alphaModFix amt="72000"/>
            </a:blip>
            <a:srcRect t="139" b="139"/>
            <a:stretch/>
          </p:blipFill>
          <p:spPr>
            <a:xfrm>
              <a:off x="6094465" y="3735321"/>
              <a:ext cx="3044952" cy="1408177"/>
            </a:xfrm>
            <a:prstGeom prst="rect">
              <a:avLst/>
            </a:prstGeom>
            <a:noFill/>
            <a:ln>
              <a:noFill/>
            </a:ln>
          </p:spPr>
        </p:pic>
      </p:grpSp>
      <p:sp>
        <p:nvSpPr>
          <p:cNvPr id="2" name="Title 1"/>
          <p:cNvSpPr>
            <a:spLocks noGrp="1"/>
          </p:cNvSpPr>
          <p:nvPr>
            <p:ph type="ctrTitle"/>
          </p:nvPr>
        </p:nvSpPr>
        <p:spPr>
          <a:xfrm>
            <a:off x="352602" y="1956685"/>
            <a:ext cx="8348338" cy="1162750"/>
          </a:xfrm>
        </p:spPr>
        <p:txBody>
          <a:bodyPr anchor="ctr"/>
          <a:lstStyle>
            <a:lvl1pPr algn="l">
              <a:lnSpc>
                <a:spcPct val="85000"/>
              </a:lnSpc>
              <a:defRPr sz="5200" b="1" i="0" cap="all" baseline="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Google Shape;310;p42">
            <a:extLst>
              <a:ext uri="{FF2B5EF4-FFF2-40B4-BE49-F238E27FC236}">
                <a16:creationId xmlns:a16="http://schemas.microsoft.com/office/drawing/2014/main" id="{5C13B558-7EC7-3168-24F4-4BB2DA05261A}"/>
              </a:ext>
            </a:extLst>
          </p:cNvPr>
          <p:cNvSpPr/>
          <p:nvPr/>
        </p:nvSpPr>
        <p:spPr>
          <a:xfrm>
            <a:off x="457200" y="4349892"/>
            <a:ext cx="1444930" cy="330450"/>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8" name="Google Shape;312;p42">
            <a:extLst>
              <a:ext uri="{FF2B5EF4-FFF2-40B4-BE49-F238E27FC236}">
                <a16:creationId xmlns:a16="http://schemas.microsoft.com/office/drawing/2014/main" id="{F4B5383E-D245-D777-626A-03F278B175B9}"/>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9" name="Google Shape;249;p34">
            <a:extLst>
              <a:ext uri="{FF2B5EF4-FFF2-40B4-BE49-F238E27FC236}">
                <a16:creationId xmlns:a16="http://schemas.microsoft.com/office/drawing/2014/main" id="{49C11111-EF10-AA01-C921-D795D89EFD89}"/>
              </a:ext>
            </a:extLst>
          </p:cNvPr>
          <p:cNvGrpSpPr/>
          <p:nvPr/>
        </p:nvGrpSpPr>
        <p:grpSpPr>
          <a:xfrm>
            <a:off x="-10" y="3770439"/>
            <a:ext cx="9143997" cy="1371564"/>
            <a:chOff x="-10" y="3735321"/>
            <a:chExt cx="9139427" cy="1408177"/>
          </a:xfrm>
        </p:grpSpPr>
        <p:pic>
          <p:nvPicPr>
            <p:cNvPr id="10" name="Google Shape;250;p34">
              <a:extLst>
                <a:ext uri="{FF2B5EF4-FFF2-40B4-BE49-F238E27FC236}">
                  <a16:creationId xmlns:a16="http://schemas.microsoft.com/office/drawing/2014/main" id="{3635409E-2028-7A4D-51E5-2FAA74A13971}"/>
                </a:ext>
              </a:extLst>
            </p:cNvPr>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11" name="Google Shape;251;p34">
              <a:extLst>
                <a:ext uri="{FF2B5EF4-FFF2-40B4-BE49-F238E27FC236}">
                  <a16:creationId xmlns:a16="http://schemas.microsoft.com/office/drawing/2014/main" id="{83C67863-DB2A-89CA-799B-948134B551C5}"/>
                </a:ext>
              </a:extLst>
            </p:cNvPr>
            <p:cNvPicPr preferRelativeResize="0"/>
            <p:nvPr/>
          </p:nvPicPr>
          <p:blipFill rotWithShape="1">
            <a:blip r:embed="rId3">
              <a:alphaModFix amt="72000"/>
            </a:blip>
            <a:srcRect t="139" b="139"/>
            <a:stretch/>
          </p:blipFill>
          <p:spPr>
            <a:xfrm>
              <a:off x="3049515" y="3735321"/>
              <a:ext cx="3044952" cy="1408177"/>
            </a:xfrm>
            <a:prstGeom prst="rect">
              <a:avLst/>
            </a:prstGeom>
            <a:noFill/>
            <a:ln>
              <a:noFill/>
            </a:ln>
          </p:spPr>
        </p:pic>
        <p:pic>
          <p:nvPicPr>
            <p:cNvPr id="12" name="Google Shape;252;p34">
              <a:extLst>
                <a:ext uri="{FF2B5EF4-FFF2-40B4-BE49-F238E27FC236}">
                  <a16:creationId xmlns:a16="http://schemas.microsoft.com/office/drawing/2014/main" id="{62A6DB20-8B43-F77A-E385-D1E4E8588CE5}"/>
                </a:ext>
              </a:extLst>
            </p:cNvPr>
            <p:cNvPicPr preferRelativeResize="0"/>
            <p:nvPr/>
          </p:nvPicPr>
          <p:blipFill rotWithShape="1">
            <a:blip r:embed="rId4">
              <a:alphaModFix amt="72000"/>
            </a:blip>
            <a:srcRect t="139" b="139"/>
            <a:stretch/>
          </p:blipFill>
          <p:spPr>
            <a:xfrm>
              <a:off x="6094465" y="3735321"/>
              <a:ext cx="3044952" cy="1408177"/>
            </a:xfrm>
            <a:prstGeom prst="rect">
              <a:avLst/>
            </a:prstGeom>
            <a:noFill/>
            <a:ln>
              <a:noFill/>
            </a:ln>
          </p:spPr>
        </p:pic>
      </p:grpSp>
      <p:sp>
        <p:nvSpPr>
          <p:cNvPr id="13" name="Google Shape;310;p42">
            <a:extLst>
              <a:ext uri="{FF2B5EF4-FFF2-40B4-BE49-F238E27FC236}">
                <a16:creationId xmlns:a16="http://schemas.microsoft.com/office/drawing/2014/main" id="{1A759A8E-69FF-08FA-EA6E-958E86979CE1}"/>
              </a:ext>
            </a:extLst>
          </p:cNvPr>
          <p:cNvSpPr/>
          <p:nvPr/>
        </p:nvSpPr>
        <p:spPr>
          <a:xfrm>
            <a:off x="457200" y="4349892"/>
            <a:ext cx="1444930" cy="330450"/>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4" name="Google Shape;312;p42">
            <a:extLst>
              <a:ext uri="{FF2B5EF4-FFF2-40B4-BE49-F238E27FC236}">
                <a16:creationId xmlns:a16="http://schemas.microsoft.com/office/drawing/2014/main" id="{F2F1AD49-4EE7-7DE5-08D5-90E23E2C3691}"/>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15" name="Google Shape;249;p34">
            <a:extLst>
              <a:ext uri="{FF2B5EF4-FFF2-40B4-BE49-F238E27FC236}">
                <a16:creationId xmlns:a16="http://schemas.microsoft.com/office/drawing/2014/main" id="{1DDA36B3-0995-F2A5-8F16-44FB94D4A392}"/>
              </a:ext>
            </a:extLst>
          </p:cNvPr>
          <p:cNvGrpSpPr/>
          <p:nvPr userDrawn="1"/>
        </p:nvGrpSpPr>
        <p:grpSpPr>
          <a:xfrm>
            <a:off x="-10" y="3770439"/>
            <a:ext cx="9143997" cy="1371564"/>
            <a:chOff x="-10" y="3735321"/>
            <a:chExt cx="9139427" cy="1408177"/>
          </a:xfrm>
        </p:grpSpPr>
        <p:pic>
          <p:nvPicPr>
            <p:cNvPr id="16" name="Google Shape;250;p34">
              <a:extLst>
                <a:ext uri="{FF2B5EF4-FFF2-40B4-BE49-F238E27FC236}">
                  <a16:creationId xmlns:a16="http://schemas.microsoft.com/office/drawing/2014/main" id="{16B84404-FFEB-AC84-E6D2-11B4B8C2F230}"/>
                </a:ext>
              </a:extLst>
            </p:cNvPr>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17" name="Google Shape;251;p34">
              <a:extLst>
                <a:ext uri="{FF2B5EF4-FFF2-40B4-BE49-F238E27FC236}">
                  <a16:creationId xmlns:a16="http://schemas.microsoft.com/office/drawing/2014/main" id="{8C1E04E0-831B-0A06-B33C-9041CB973A12}"/>
                </a:ext>
              </a:extLst>
            </p:cNvPr>
            <p:cNvPicPr preferRelativeResize="0"/>
            <p:nvPr/>
          </p:nvPicPr>
          <p:blipFill rotWithShape="1">
            <a:blip r:embed="rId3">
              <a:alphaModFix amt="72000"/>
            </a:blip>
            <a:srcRect t="139" b="139"/>
            <a:stretch/>
          </p:blipFill>
          <p:spPr>
            <a:xfrm>
              <a:off x="3049515" y="3735321"/>
              <a:ext cx="3044952" cy="1408177"/>
            </a:xfrm>
            <a:prstGeom prst="rect">
              <a:avLst/>
            </a:prstGeom>
            <a:noFill/>
            <a:ln>
              <a:noFill/>
            </a:ln>
          </p:spPr>
        </p:pic>
        <p:pic>
          <p:nvPicPr>
            <p:cNvPr id="18" name="Google Shape;252;p34">
              <a:extLst>
                <a:ext uri="{FF2B5EF4-FFF2-40B4-BE49-F238E27FC236}">
                  <a16:creationId xmlns:a16="http://schemas.microsoft.com/office/drawing/2014/main" id="{8B11456B-4588-C220-D7BA-F012B1F23D7F}"/>
                </a:ext>
              </a:extLst>
            </p:cNvPr>
            <p:cNvPicPr preferRelativeResize="0"/>
            <p:nvPr/>
          </p:nvPicPr>
          <p:blipFill rotWithShape="1">
            <a:blip r:embed="rId4">
              <a:alphaModFix amt="72000"/>
            </a:blip>
            <a:srcRect t="139" b="139"/>
            <a:stretch/>
          </p:blipFill>
          <p:spPr>
            <a:xfrm>
              <a:off x="6094465" y="3735321"/>
              <a:ext cx="3044952" cy="1408177"/>
            </a:xfrm>
            <a:prstGeom prst="rect">
              <a:avLst/>
            </a:prstGeom>
            <a:noFill/>
            <a:ln>
              <a:noFill/>
            </a:ln>
          </p:spPr>
        </p:pic>
      </p:grpSp>
      <p:sp>
        <p:nvSpPr>
          <p:cNvPr id="19" name="Google Shape;310;p42">
            <a:extLst>
              <a:ext uri="{FF2B5EF4-FFF2-40B4-BE49-F238E27FC236}">
                <a16:creationId xmlns:a16="http://schemas.microsoft.com/office/drawing/2014/main" id="{EA27B276-D019-4904-F831-3CE336BB82C7}"/>
              </a:ext>
            </a:extLst>
          </p:cNvPr>
          <p:cNvSpPr/>
          <p:nvPr userDrawn="1"/>
        </p:nvSpPr>
        <p:spPr>
          <a:xfrm>
            <a:off x="457200" y="4349892"/>
            <a:ext cx="1444930" cy="330450"/>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20" name="Google Shape;312;p42">
            <a:extLst>
              <a:ext uri="{FF2B5EF4-FFF2-40B4-BE49-F238E27FC236}">
                <a16:creationId xmlns:a16="http://schemas.microsoft.com/office/drawing/2014/main" id="{500183A9-E93C-22D5-263E-ACC1F570F365}"/>
              </a:ext>
            </a:extLst>
          </p:cNvPr>
          <p:cNvSpPr/>
          <p:nvPr userDrawn="1"/>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187908503"/>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AST LAYOUT">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67F995-8D83-787F-CF2C-0A7E85A8B84E}"/>
              </a:ext>
            </a:extLst>
          </p:cNvPr>
          <p:cNvSpPr/>
          <p:nvPr/>
        </p:nvSpPr>
        <p:spPr>
          <a:xfrm>
            <a:off x="793488" y="639557"/>
            <a:ext cx="7557025" cy="3864387"/>
          </a:xfrm>
          <a:prstGeom prst="rect">
            <a:avLst/>
          </a:prstGeom>
          <a:noFill/>
          <a:ln w="152400">
            <a:solidFill>
              <a:srgbClr val="A20000"/>
            </a:solidFill>
          </a:ln>
        </p:spPr>
        <p:style>
          <a:lnRef idx="2">
            <a:schemeClr val="accent1">
              <a:shade val="15000"/>
            </a:schemeClr>
          </a:lnRef>
          <a:fillRef idx="1">
            <a:schemeClr val="accent1"/>
          </a:fillRef>
          <a:effectRef idx="0">
            <a:schemeClr val="accent1"/>
          </a:effectRef>
          <a:fontRef idx="minor">
            <a:schemeClr val="lt1"/>
          </a:fontRef>
        </p:style>
        <p:txBody>
          <a:bodyPr lIns="914400" rIns="914400" rtlCol="0" anchor="ctr"/>
          <a:lstStyle/>
          <a:p>
            <a:pPr algn="ctr"/>
            <a:r>
              <a:rPr lang="en-US" sz="3600" b="1" i="0" dirty="0">
                <a:latin typeface="Arial Black" panose="020B0604020202020204" pitchFamily="34" charset="0"/>
                <a:cs typeface="Arial Black" panose="020B0604020202020204" pitchFamily="34" charset="0"/>
              </a:rPr>
              <a:t>LAST LAYOUT</a:t>
            </a:r>
          </a:p>
          <a:p>
            <a:pPr algn="ctr"/>
            <a:endParaRPr lang="en-US" sz="1000" dirty="0"/>
          </a:p>
          <a:p>
            <a:pPr algn="ctr"/>
            <a:r>
              <a:rPr lang="en-US" dirty="0"/>
              <a:t>In order for your template to work properly, layouts appearing after this one should be deleted. Make sure your deck is using the 2026 Snowflake template by applying any of the above layouts to your slides, then </a:t>
            </a:r>
            <a:r>
              <a:rPr lang="en-US" b="1" dirty="0">
                <a:solidFill>
                  <a:srgbClr val="C00000"/>
                </a:solidFill>
              </a:rPr>
              <a:t>delete the rogue layouts </a:t>
            </a:r>
            <a:r>
              <a:rPr lang="en-US" dirty="0"/>
              <a:t>that appear below. </a:t>
            </a:r>
          </a:p>
          <a:p>
            <a:pPr algn="ctr"/>
            <a:endParaRPr lang="en-US" dirty="0"/>
          </a:p>
        </p:txBody>
      </p:sp>
    </p:spTree>
    <p:extLst>
      <p:ext uri="{BB962C8B-B14F-4D97-AF65-F5344CB8AC3E}">
        <p14:creationId xmlns:p14="http://schemas.microsoft.com/office/powerpoint/2010/main" val="8700058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Multi-use layout">
  <p:cSld name="1_Multi-use layout">
    <p:spTree>
      <p:nvGrpSpPr>
        <p:cNvPr id="1" name="Shape 10"/>
        <p:cNvGrpSpPr/>
        <p:nvPr/>
      </p:nvGrpSpPr>
      <p:grpSpPr>
        <a:xfrm>
          <a:off x="0" y="0"/>
          <a:ext cx="0" cy="0"/>
          <a:chOff x="0" y="0"/>
          <a:chExt cx="0" cy="0"/>
        </a:xfrm>
      </p:grpSpPr>
      <p:sp>
        <p:nvSpPr>
          <p:cNvPr id="11" name="Google Shape;11;p2"/>
          <p:cNvSpPr txBox="1">
            <a:spLocks noGrp="1"/>
          </p:cNvSpPr>
          <p:nvPr>
            <p:ph type="sldNum" idx="12"/>
          </p:nvPr>
        </p:nvSpPr>
        <p:spPr>
          <a:xfrm>
            <a:off x="8229600" y="4866905"/>
            <a:ext cx="473700" cy="92400"/>
          </a:xfrm>
          <a:prstGeom prst="rect">
            <a:avLst/>
          </a:prstGeom>
          <a:noFill/>
          <a:ln>
            <a:noFill/>
          </a:ln>
        </p:spPr>
        <p:txBody>
          <a:bodyPr spcFirstLastPara="1" wrap="square" lIns="0" tIns="0" rIns="0" bIns="0" anchor="b" anchorCtr="0">
            <a:spAutoFit/>
          </a:bodyPr>
          <a:lstStyle>
            <a:lvl1pPr marL="0" marR="0" lvl="0" indent="0" algn="r" rtl="0">
              <a:spcBef>
                <a:spcPts val="0"/>
              </a:spcBef>
              <a:buNone/>
              <a:defRPr sz="600" i="0">
                <a:solidFill>
                  <a:srgbClr val="929292"/>
                </a:solidFill>
              </a:defRPr>
            </a:lvl1pPr>
            <a:lvl2pPr marL="0" marR="0" lvl="1" indent="0" algn="r" rtl="0">
              <a:spcBef>
                <a:spcPts val="0"/>
              </a:spcBef>
              <a:buNone/>
              <a:defRPr sz="600" i="0">
                <a:solidFill>
                  <a:srgbClr val="929292"/>
                </a:solidFill>
              </a:defRPr>
            </a:lvl2pPr>
            <a:lvl3pPr marL="0" marR="0" lvl="2" indent="0" algn="r" rtl="0">
              <a:spcBef>
                <a:spcPts val="0"/>
              </a:spcBef>
              <a:buNone/>
              <a:defRPr sz="600" i="0">
                <a:solidFill>
                  <a:srgbClr val="929292"/>
                </a:solidFill>
              </a:defRPr>
            </a:lvl3pPr>
            <a:lvl4pPr marL="0" marR="0" lvl="3" indent="0" algn="r" rtl="0">
              <a:spcBef>
                <a:spcPts val="0"/>
              </a:spcBef>
              <a:buNone/>
              <a:defRPr sz="600" i="0">
                <a:solidFill>
                  <a:srgbClr val="929292"/>
                </a:solidFill>
              </a:defRPr>
            </a:lvl4pPr>
            <a:lvl5pPr marL="0" marR="0" lvl="4" indent="0" algn="r" rtl="0">
              <a:spcBef>
                <a:spcPts val="0"/>
              </a:spcBef>
              <a:buNone/>
              <a:defRPr sz="600" i="0">
                <a:solidFill>
                  <a:srgbClr val="929292"/>
                </a:solidFill>
              </a:defRPr>
            </a:lvl5pPr>
            <a:lvl6pPr marL="0" marR="0" lvl="5" indent="0" algn="r" rtl="0">
              <a:spcBef>
                <a:spcPts val="0"/>
              </a:spcBef>
              <a:buNone/>
              <a:defRPr sz="600" i="0">
                <a:solidFill>
                  <a:srgbClr val="929292"/>
                </a:solidFill>
              </a:defRPr>
            </a:lvl6pPr>
            <a:lvl7pPr marL="0" marR="0" lvl="6" indent="0" algn="r" rtl="0">
              <a:spcBef>
                <a:spcPts val="0"/>
              </a:spcBef>
              <a:buNone/>
              <a:defRPr sz="600" i="0">
                <a:solidFill>
                  <a:srgbClr val="929292"/>
                </a:solidFill>
              </a:defRPr>
            </a:lvl7pPr>
            <a:lvl8pPr marL="0" marR="0" lvl="7" indent="0" algn="r" rtl="0">
              <a:spcBef>
                <a:spcPts val="0"/>
              </a:spcBef>
              <a:buNone/>
              <a:defRPr sz="600" i="0">
                <a:solidFill>
                  <a:srgbClr val="929292"/>
                </a:solidFill>
              </a:defRPr>
            </a:lvl8pPr>
            <a:lvl9pPr marL="0" marR="0" lvl="8" indent="0" algn="r" rtl="0">
              <a:spcBef>
                <a:spcPts val="0"/>
              </a:spcBef>
              <a:buNone/>
              <a:defRPr sz="600" i="0">
                <a:solidFill>
                  <a:srgbClr val="929292"/>
                </a:solidFill>
              </a:defRPr>
            </a:lvl9pPr>
          </a:lstStyle>
          <a:p>
            <a:pPr marL="0" lvl="0" indent="0" algn="r" rtl="0">
              <a:spcBef>
                <a:spcPts val="0"/>
              </a:spcBef>
              <a:spcAft>
                <a:spcPts val="0"/>
              </a:spcAft>
              <a:buNone/>
            </a:pPr>
            <a:fld id="{00000000-1234-1234-1234-123412341234}" type="slidenum">
              <a:rPr lang="en"/>
              <a:t>‹#›</a:t>
            </a:fld>
            <a:endParaRPr/>
          </a:p>
        </p:txBody>
      </p:sp>
      <p:sp>
        <p:nvSpPr>
          <p:cNvPr id="12" name="Google Shape;12;p2"/>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3" name="Google Shape;13;p2"/>
          <p:cNvSpPr txBox="1">
            <a:spLocks noGrp="1"/>
          </p:cNvSpPr>
          <p:nvPr>
            <p:ph type="subTitle" idx="1"/>
          </p:nvPr>
        </p:nvSpPr>
        <p:spPr>
          <a:xfrm>
            <a:off x="365760" y="655285"/>
            <a:ext cx="8344800" cy="365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endParaRPr/>
          </a:p>
        </p:txBody>
      </p:sp>
      <p:sp>
        <p:nvSpPr>
          <p:cNvPr id="14" name="Google Shape;14;p2"/>
          <p:cNvSpPr txBox="1"/>
          <p:nvPr/>
        </p:nvSpPr>
        <p:spPr>
          <a:xfrm>
            <a:off x="2883200" y="1953900"/>
            <a:ext cx="26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5" name="Google Shape;15;p2"/>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a:solidFill>
                  <a:srgbClr val="929292"/>
                </a:solidFill>
                <a:latin typeface="Arial"/>
                <a:ea typeface="Arial"/>
                <a:cs typeface="Arial"/>
                <a:sym typeface="Arial"/>
              </a:rPr>
              <a:t>© </a:t>
            </a:r>
            <a:r>
              <a:rPr lang="en" sz="600">
                <a:solidFill>
                  <a:srgbClr val="929292"/>
                </a:solidFill>
              </a:rPr>
              <a:t>2026</a:t>
            </a:r>
            <a:r>
              <a:rPr lang="en" sz="600" b="0" i="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16" name="Google Shape;16;p2"/>
          <p:cNvSpPr/>
          <p:nvPr/>
        </p:nvSpPr>
        <p:spPr>
          <a:xfrm>
            <a:off x="0" y="343500"/>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txBox="1">
            <a:spLocks noGrp="1"/>
          </p:cNvSpPr>
          <p:nvPr>
            <p:ph type="title"/>
          </p:nvPr>
        </p:nvSpPr>
        <p:spPr>
          <a:xfrm>
            <a:off x="365750" y="274323"/>
            <a:ext cx="8344800" cy="365700"/>
          </a:xfrm>
          <a:prstGeom prst="rect">
            <a:avLst/>
          </a:prstGeom>
        </p:spPr>
        <p:txBody>
          <a:bodyPr spcFirstLastPara="1" wrap="square" lIns="91425" tIns="91425" rIns="91425" bIns="91425" anchor="t" anchorCtr="0">
            <a:noAutofit/>
          </a:bodyPr>
          <a:lstStyle>
            <a:lvl1pPr lvl="0" rtl="0">
              <a:lnSpc>
                <a:spcPct val="85000"/>
              </a:lnSpc>
              <a:spcBef>
                <a:spcPts val="0"/>
              </a:spcBef>
              <a:spcAft>
                <a:spcPts val="0"/>
              </a:spcAft>
              <a:buSzPts val="2600"/>
              <a:buNone/>
              <a:defRPr/>
            </a:lvl1pPr>
            <a:lvl2pPr lvl="1" rtl="0">
              <a:lnSpc>
                <a:spcPct val="85000"/>
              </a:lnSpc>
              <a:spcBef>
                <a:spcPts val="1000"/>
              </a:spcBef>
              <a:spcAft>
                <a:spcPts val="0"/>
              </a:spcAft>
              <a:buSzPts val="1400"/>
              <a:buNone/>
              <a:defRPr/>
            </a:lvl2pPr>
            <a:lvl3pPr lvl="2" rtl="0">
              <a:lnSpc>
                <a:spcPct val="85000"/>
              </a:lnSpc>
              <a:spcBef>
                <a:spcPts val="1000"/>
              </a:spcBef>
              <a:spcAft>
                <a:spcPts val="0"/>
              </a:spcAft>
              <a:buSzPts val="1400"/>
              <a:buNone/>
              <a:defRPr/>
            </a:lvl3pPr>
            <a:lvl4pPr lvl="3" rtl="0">
              <a:lnSpc>
                <a:spcPct val="85000"/>
              </a:lnSpc>
              <a:spcBef>
                <a:spcPts val="1000"/>
              </a:spcBef>
              <a:spcAft>
                <a:spcPts val="0"/>
              </a:spcAft>
              <a:buSzPts val="1400"/>
              <a:buNone/>
              <a:defRPr/>
            </a:lvl4pPr>
            <a:lvl5pPr lvl="4" rtl="0">
              <a:lnSpc>
                <a:spcPct val="85000"/>
              </a:lnSpc>
              <a:spcBef>
                <a:spcPts val="1000"/>
              </a:spcBef>
              <a:spcAft>
                <a:spcPts val="0"/>
              </a:spcAft>
              <a:buSzPts val="1400"/>
              <a:buNone/>
              <a:defRPr/>
            </a:lvl5pPr>
            <a:lvl6pPr lvl="5" rtl="0">
              <a:lnSpc>
                <a:spcPct val="85000"/>
              </a:lnSpc>
              <a:spcBef>
                <a:spcPts val="1000"/>
              </a:spcBef>
              <a:spcAft>
                <a:spcPts val="0"/>
              </a:spcAft>
              <a:buSzPts val="1400"/>
              <a:buNone/>
              <a:defRPr/>
            </a:lvl6pPr>
            <a:lvl7pPr lvl="6" rtl="0">
              <a:lnSpc>
                <a:spcPct val="85000"/>
              </a:lnSpc>
              <a:spcBef>
                <a:spcPts val="1000"/>
              </a:spcBef>
              <a:spcAft>
                <a:spcPts val="0"/>
              </a:spcAft>
              <a:buSzPts val="1400"/>
              <a:buNone/>
              <a:defRPr/>
            </a:lvl7pPr>
            <a:lvl8pPr lvl="7" rtl="0">
              <a:lnSpc>
                <a:spcPct val="85000"/>
              </a:lnSpc>
              <a:spcBef>
                <a:spcPts val="1000"/>
              </a:spcBef>
              <a:spcAft>
                <a:spcPts val="0"/>
              </a:spcAft>
              <a:buSzPts val="1400"/>
              <a:buNone/>
              <a:defRPr/>
            </a:lvl8pPr>
            <a:lvl9pPr lvl="8" rtl="0">
              <a:lnSpc>
                <a:spcPct val="85000"/>
              </a:lnSpc>
              <a:spcBef>
                <a:spcPts val="1000"/>
              </a:spcBef>
              <a:spcAft>
                <a:spcPts val="1000"/>
              </a:spcAft>
              <a:buSzPts val="1400"/>
              <a:buNone/>
              <a:defRPr/>
            </a:lvl9pPr>
          </a:lstStyle>
          <a:p>
            <a:endParaRPr/>
          </a:p>
        </p:txBody>
      </p:sp>
    </p:spTree>
    <p:extLst>
      <p:ext uri="{BB962C8B-B14F-4D97-AF65-F5344CB8AC3E}">
        <p14:creationId xmlns:p14="http://schemas.microsoft.com/office/powerpoint/2010/main" val="287039774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4559" y="291988"/>
            <a:ext cx="7886700" cy="473131"/>
          </a:xfrm>
          <a:prstGeom prst="rect">
            <a:avLst/>
          </a:prstGeom>
        </p:spPr>
        <p:txBody>
          <a:bodyPr vert="horz" lIns="91440" tIns="91440" rIns="91440" bIns="0" rtlCol="0" anchor="t">
            <a:noAutofit/>
          </a:bodyPr>
          <a:lstStyle/>
          <a:p>
            <a:pPr lvl="0"/>
            <a:r>
              <a:rPr lang="en-US"/>
              <a:t>Click to edit Master title style</a:t>
            </a:r>
            <a:endParaRPr lang="en-US" dirty="0"/>
          </a:p>
        </p:txBody>
      </p:sp>
      <p:sp>
        <p:nvSpPr>
          <p:cNvPr id="5" name="Text Placeholder 4">
            <a:extLst>
              <a:ext uri="{FF2B5EF4-FFF2-40B4-BE49-F238E27FC236}">
                <a16:creationId xmlns:a16="http://schemas.microsoft.com/office/drawing/2014/main" id="{085661A6-7EF8-3908-7D7D-693EF36EBBEB}"/>
              </a:ext>
            </a:extLst>
          </p:cNvPr>
          <p:cNvSpPr>
            <a:spLocks noGrp="1"/>
          </p:cNvSpPr>
          <p:nvPr>
            <p:ph type="body" idx="1"/>
          </p:nvPr>
        </p:nvSpPr>
        <p:spPr>
          <a:xfrm>
            <a:off x="628650" y="1370013"/>
            <a:ext cx="7886700" cy="326231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Box 2">
            <a:extLst>
              <a:ext uri="{FF2B5EF4-FFF2-40B4-BE49-F238E27FC236}">
                <a16:creationId xmlns:a16="http://schemas.microsoft.com/office/drawing/2014/main" id="{A5968197-BCAC-D26E-2FCF-CB7C8333135E}"/>
              </a:ext>
            </a:extLst>
          </p:cNvPr>
          <p:cNvSpPr txBox="1"/>
          <p:nvPr/>
        </p:nvSpPr>
        <p:spPr>
          <a:xfrm>
            <a:off x="6611816" y="-574516"/>
            <a:ext cx="2656176" cy="261610"/>
          </a:xfrm>
          <a:prstGeom prst="rect">
            <a:avLst/>
          </a:prstGeom>
          <a:noFill/>
        </p:spPr>
        <p:txBody>
          <a:bodyPr wrap="none" rtlCol="0">
            <a:spAutoFit/>
          </a:bodyPr>
          <a:lstStyle/>
          <a:p>
            <a:pPr algn="r"/>
            <a:r>
              <a:rPr lang="en-US" sz="1050" spc="170" baseline="0" dirty="0">
                <a:solidFill>
                  <a:srgbClr val="CCCCCC"/>
                </a:solidFill>
              </a:rPr>
              <a:t>SNOWFLAKE THEME 2026.01</a:t>
            </a:r>
          </a:p>
        </p:txBody>
      </p:sp>
      <p:sp>
        <p:nvSpPr>
          <p:cNvPr id="4" name="TextBox 3">
            <a:extLst>
              <a:ext uri="{FF2B5EF4-FFF2-40B4-BE49-F238E27FC236}">
                <a16:creationId xmlns:a16="http://schemas.microsoft.com/office/drawing/2014/main" id="{9AAEA3D5-D460-4031-513D-27B84CFD0714}"/>
              </a:ext>
            </a:extLst>
          </p:cNvPr>
          <p:cNvSpPr txBox="1"/>
          <p:nvPr userDrawn="1"/>
        </p:nvSpPr>
        <p:spPr>
          <a:xfrm>
            <a:off x="6611816" y="-574516"/>
            <a:ext cx="2656176" cy="261610"/>
          </a:xfrm>
          <a:prstGeom prst="rect">
            <a:avLst/>
          </a:prstGeom>
          <a:noFill/>
        </p:spPr>
        <p:txBody>
          <a:bodyPr wrap="none" rtlCol="0">
            <a:spAutoFit/>
          </a:bodyPr>
          <a:lstStyle/>
          <a:p>
            <a:pPr algn="r"/>
            <a:r>
              <a:rPr lang="en-US" sz="1050" spc="170" baseline="0" dirty="0">
                <a:solidFill>
                  <a:srgbClr val="CCCCCC"/>
                </a:solidFill>
              </a:rPr>
              <a:t>SNOWFLAKE THEME 2026.01</a:t>
            </a:r>
          </a:p>
        </p:txBody>
      </p:sp>
    </p:spTree>
    <p:extLst>
      <p:ext uri="{BB962C8B-B14F-4D97-AF65-F5344CB8AC3E}">
        <p14:creationId xmlns:p14="http://schemas.microsoft.com/office/powerpoint/2010/main" val="419734460"/>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 id="2147483768" r:id="rId24"/>
    <p:sldLayoutId id="2147483769" r:id="rId25"/>
    <p:sldLayoutId id="2147483770"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2" r:id="rId38"/>
  </p:sldLayoutIdLst>
  <p:txStyles>
    <p:titleStyle>
      <a:lvl1pPr algn="l" defTabSz="685800" rtl="0" eaLnBrk="1" latinLnBrk="0" hangingPunct="1">
        <a:lnSpc>
          <a:spcPct val="85000"/>
        </a:lnSpc>
        <a:spcBef>
          <a:spcPct val="0"/>
        </a:spcBef>
        <a:buNone/>
        <a:defRPr lang="en-US" sz="2600" b="1" kern="1200" dirty="0">
          <a:solidFill>
            <a:schemeClr val="tx1"/>
          </a:solidFill>
          <a:latin typeface="+mn-lt"/>
          <a:ea typeface="+mn-ea"/>
          <a:cs typeface="+mn-cs"/>
        </a:defRPr>
      </a:lvl1pPr>
    </p:titleStyle>
    <p:bodyStyle>
      <a:lvl1pPr marL="0" indent="0" algn="l" defTabSz="685800" rtl="0" eaLnBrk="1" latinLnBrk="0" hangingPunct="1">
        <a:lnSpc>
          <a:spcPct val="114000"/>
        </a:lnSpc>
        <a:spcBef>
          <a:spcPts val="0"/>
        </a:spcBef>
        <a:spcAft>
          <a:spcPts val="1000"/>
        </a:spcAft>
        <a:buFont typeface="Arial" panose="020B0604020202020204" pitchFamily="34" charset="0"/>
        <a:buNone/>
        <a:defRPr lang="en-US" sz="1800" kern="1200" dirty="0" smtClean="0">
          <a:solidFill>
            <a:srgbClr val="5B5B5B"/>
          </a:solidFill>
          <a:latin typeface="+mn-lt"/>
          <a:ea typeface="+mn-ea"/>
          <a:cs typeface="+mn-cs"/>
        </a:defRPr>
      </a:lvl1pPr>
      <a:lvl2pPr marL="290513" indent="-176213"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800" kern="1200" dirty="0" smtClean="0">
          <a:solidFill>
            <a:srgbClr val="5B5B5B"/>
          </a:solidFill>
          <a:latin typeface="+mn-lt"/>
          <a:ea typeface="+mn-ea"/>
          <a:cs typeface="+mn-cs"/>
        </a:defRPr>
      </a:lvl2pPr>
      <a:lvl3pPr marL="519113" indent="-198438"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500" kern="1200" dirty="0" smtClean="0">
          <a:solidFill>
            <a:srgbClr val="5B5B5B"/>
          </a:solidFill>
          <a:latin typeface="+mn-lt"/>
          <a:ea typeface="+mn-ea"/>
          <a:cs typeface="+mn-cs"/>
        </a:defRPr>
      </a:lvl3pPr>
      <a:lvl4pPr marL="749300" indent="-174625"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350" kern="1200" dirty="0" smtClean="0">
          <a:solidFill>
            <a:srgbClr val="5B5B5B"/>
          </a:solidFill>
          <a:latin typeface="+mn-lt"/>
          <a:ea typeface="+mn-ea"/>
          <a:cs typeface="+mn-cs"/>
        </a:defRPr>
      </a:lvl4pPr>
      <a:lvl5pPr marL="971550" indent="-171450"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350" kern="1200" dirty="0">
          <a:solidFill>
            <a:srgbClr val="5B5B5B"/>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5" pos="2880" userDrawn="1">
          <p15:clr>
            <a:srgbClr val="F26B43"/>
          </p15:clr>
        </p15:guide>
        <p15:guide id="26" orient="horz" pos="1620" userDrawn="1">
          <p15:clr>
            <a:srgbClr val="F26B43"/>
          </p15:clr>
        </p15:guide>
        <p15:guide id="27" pos="5496" userDrawn="1">
          <p15:clr>
            <a:srgbClr val="F26B43"/>
          </p15:clr>
        </p15:guide>
        <p15:guide id="28" pos="288" userDrawn="1">
          <p15:clr>
            <a:srgbClr val="F26B43"/>
          </p15:clr>
        </p15:guide>
        <p15:guide id="29" pos="4152" userDrawn="1">
          <p15:clr>
            <a:srgbClr val="F26B43"/>
          </p15:clr>
        </p15:guide>
        <p15:guide id="30" orient="horz" pos="2964" userDrawn="1">
          <p15:clr>
            <a:srgbClr val="F26B43"/>
          </p15:clr>
        </p15:guide>
        <p15:guide id="31" pos="4320" userDrawn="1">
          <p15:clr>
            <a:srgbClr val="F26B43"/>
          </p15:clr>
        </p15:guide>
        <p15:guide id="32" pos="2952" userDrawn="1">
          <p15:clr>
            <a:srgbClr val="F26B43"/>
          </p15:clr>
        </p15:guide>
        <p15:guide id="33" pos="2808" userDrawn="1">
          <p15:clr>
            <a:srgbClr val="F26B43"/>
          </p15:clr>
        </p15:guide>
        <p15:guide id="34" pos="1632" userDrawn="1">
          <p15:clr>
            <a:srgbClr val="F26B43"/>
          </p15:clr>
        </p15:guide>
        <p15:guide id="35" pos="1464" userDrawn="1">
          <p15:clr>
            <a:srgbClr val="F26B43"/>
          </p15:clr>
        </p15:guide>
        <p15:guide id="36" orient="horz" pos="3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First Solar</a:t>
            </a:r>
          </a:p>
          <a:p>
            <a:r>
              <a:t>Supply Chain Intelligence Agent</a:t>
            </a:r>
          </a:p>
        </p:txBody>
      </p:sp>
      <p:sp>
        <p:nvSpPr>
          <p:cNvPr id="3" name="Subtitle 2"/>
          <p:cNvSpPr>
            <a:spLocks noGrp="1"/>
          </p:cNvSpPr>
          <p:nvPr>
            <p:ph type="subTitle" idx="1"/>
          </p:nvPr>
        </p:nvSpPr>
        <p:spPr/>
        <p:txBody>
          <a:bodyPr/>
          <a:lstStyle/>
          <a:p>
            <a:r>
              <a:t>Snowflake Intelligence  |  4-Act Demo Narrative</a:t>
            </a:r>
          </a:p>
        </p:txBody>
      </p:sp>
      <p:sp>
        <p:nvSpPr>
          <p:cNvPr id="4" name="Content Placeholder 3"/>
          <p:cNvSpPr>
            <a:spLocks noGrp="1"/>
          </p:cNvSpPr>
          <p:nvPr>
            <p:ph idx="10" sz="quarter"/>
          </p:nvPr>
        </p:nvSpPr>
        <p:spPr/>
        <p:txBody>
          <a:bodyPr/>
          <a:lstStyle/>
          <a:p/>
        </p:txBody>
      </p:sp>
      <p:sp>
        <p:nvSpPr>
          <p:cNvPr id="5" name="Rounded Rectangle 4"/>
          <p:cNvSpPr/>
          <p:nvPr/>
        </p:nvSpPr>
        <p:spPr>
          <a:xfrm>
            <a:off x="365760" y="4389120"/>
            <a:ext cx="2560320" cy="457200"/>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Alabama | 3,500 MW</a:t>
            </a:r>
          </a:p>
        </p:txBody>
      </p:sp>
      <p:sp>
        <p:nvSpPr>
          <p:cNvPr id="6" name="Rounded Rectangle 5"/>
          <p:cNvSpPr/>
          <p:nvPr/>
        </p:nvSpPr>
        <p:spPr>
          <a:xfrm>
            <a:off x="3200400" y="4389120"/>
            <a:ext cx="2560320" cy="457200"/>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Ohio | 3,300 MW</a:t>
            </a:r>
          </a:p>
        </p:txBody>
      </p:sp>
      <p:sp>
        <p:nvSpPr>
          <p:cNvPr id="7" name="Rounded Rectangle 6"/>
          <p:cNvSpPr/>
          <p:nvPr/>
        </p:nvSpPr>
        <p:spPr>
          <a:xfrm>
            <a:off x="6035040" y="4389120"/>
            <a:ext cx="2560320" cy="457200"/>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Louisiana | 3,500 MW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point isn’t that Snowflake’s LLM is smarter than Oracle’s.</a:t>
            </a:r>
          </a:p>
          <a:p/>
          <a:p>
            <a:r>
              <a:t>Oracle sees what’s happening inside First Solar’s transactional systems. Snowflake combines that with manufacturing data and what’s happening outside First Solar.</a:t>
            </a:r>
          </a:p>
          <a:p/>
          <a:p>
            <a:pPr>
              <a:defRPr b="1"/>
            </a:pPr>
            <a:r>
              <a:t>Same question + broader context = better decision.</a:t>
            </a:r>
          </a:p>
        </p:txBody>
      </p:sp>
      <p:sp>
        <p:nvSpPr>
          <p:cNvPr id="3" name="Subtitle 2"/>
          <p:cNvSpPr>
            <a:spLocks noGrp="1"/>
          </p:cNvSpPr>
          <p:nvPr>
            <p:ph type="subTitle" idx="1"/>
          </p:nvPr>
        </p:nvSpPr>
        <p:spPr/>
        <p:txBody>
          <a:bodyPr/>
          <a:lstStyle/>
          <a:p>
            <a:r>
              <a:t>Say this at the OPEN and the CLOSE of the demo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“Are there any emerging supply-chain risks that could cause us to miss our production plan over the next 90 days?”</a:t>
            </a:r>
          </a:p>
        </p:txBody>
      </p:sp>
      <p:sp>
        <p:nvSpPr>
          <p:cNvPr id="3" name="Oval 2"/>
          <p:cNvSpPr/>
          <p:nvPr/>
        </p:nvSpPr>
        <p:spPr>
          <a:xfrm>
            <a:off x="457200" y="3657600"/>
            <a:ext cx="320040" cy="32004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t>
            </a:r>
          </a:p>
        </p:txBody>
      </p:sp>
      <p:sp>
        <p:nvSpPr>
          <p:cNvPr id="4" name="TextBox 3"/>
          <p:cNvSpPr txBox="1"/>
          <p:nvPr/>
        </p:nvSpPr>
        <p:spPr>
          <a:xfrm>
            <a:off x="914400" y="3675887"/>
            <a:ext cx="7315200" cy="320040"/>
          </a:xfrm>
          <a:prstGeom prst="rect">
            <a:avLst/>
          </a:prstGeom>
          <a:noFill/>
        </p:spPr>
        <p:txBody>
          <a:bodyPr wrap="square">
            <a:spAutoFit/>
          </a:bodyPr>
          <a:lstStyle/>
          <a:p>
            <a:pPr algn="l">
              <a:defRPr sz="1000" b="0">
                <a:solidFill>
                  <a:srgbClr val="8A999E"/>
                </a:solidFill>
              </a:defRPr>
            </a:pPr>
            <a:r>
              <a:t>Act 1:  “No risk identified”</a:t>
            </a:r>
          </a:p>
        </p:txBody>
      </p:sp>
      <p:sp>
        <p:nvSpPr>
          <p:cNvPr id="5" name="Oval 4"/>
          <p:cNvSpPr/>
          <p:nvPr/>
        </p:nvSpPr>
        <p:spPr>
          <a:xfrm>
            <a:off x="457200" y="4114800"/>
            <a:ext cx="320040" cy="320040"/>
          </a:xfrm>
          <a:prstGeom prst="ellipse">
            <a:avLst/>
          </a:prstGeom>
          <a:solidFill>
            <a:srgbClr val="FF9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t>
            </a:r>
          </a:p>
        </p:txBody>
      </p:sp>
      <p:sp>
        <p:nvSpPr>
          <p:cNvPr id="6" name="TextBox 5"/>
          <p:cNvSpPr txBox="1"/>
          <p:nvPr/>
        </p:nvSpPr>
        <p:spPr>
          <a:xfrm>
            <a:off x="914400" y="4133087"/>
            <a:ext cx="7315200" cy="320040"/>
          </a:xfrm>
          <a:prstGeom prst="rect">
            <a:avLst/>
          </a:prstGeom>
          <a:noFill/>
        </p:spPr>
        <p:txBody>
          <a:bodyPr wrap="square">
            <a:spAutoFit/>
          </a:bodyPr>
          <a:lstStyle/>
          <a:p>
            <a:pPr algn="l">
              <a:defRPr sz="1000" b="0">
                <a:solidFill>
                  <a:srgbClr val="8A999E"/>
                </a:solidFill>
              </a:defRPr>
            </a:pPr>
            <a:r>
              <a:t>Act 3:  “ELEVATED RISK — 134 MW at risk”</a:t>
            </a:r>
          </a:p>
        </p:txBody>
      </p:sp>
      <p:sp>
        <p:nvSpPr>
          <p:cNvPr id="7" name="Oval 6"/>
          <p:cNvSpPr/>
          <p:nvPr/>
        </p:nvSpPr>
        <p:spPr>
          <a:xfrm>
            <a:off x="457200" y="4572000"/>
            <a:ext cx="320040" cy="320040"/>
          </a:xfrm>
          <a:prstGeom prst="ellipse">
            <a:avLst/>
          </a:prstGeom>
          <a:solidFill>
            <a:srgbClr val="7D4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t>
            </a:r>
          </a:p>
        </p:txBody>
      </p:sp>
      <p:sp>
        <p:nvSpPr>
          <p:cNvPr id="8" name="TextBox 7"/>
          <p:cNvSpPr txBox="1"/>
          <p:nvPr/>
        </p:nvSpPr>
        <p:spPr>
          <a:xfrm>
            <a:off x="914400" y="4590288"/>
            <a:ext cx="7315200" cy="320040"/>
          </a:xfrm>
          <a:prstGeom prst="rect">
            <a:avLst/>
          </a:prstGeom>
          <a:noFill/>
        </p:spPr>
        <p:txBody>
          <a:bodyPr wrap="square">
            <a:spAutoFit/>
          </a:bodyPr>
          <a:lstStyle/>
          <a:p>
            <a:pPr algn="l">
              <a:defRPr sz="1000" b="0">
                <a:solidFill>
                  <a:srgbClr val="8A999E"/>
                </a:solidFill>
              </a:defRPr>
            </a:pPr>
            <a:r>
              <a:t>Act 4:  “Expedite, transfer, qualify alt supplier”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 1 — Oracle / ERP View</a:t>
            </a:r>
          </a:p>
        </p:txBody>
      </p:sp>
      <p:sp>
        <p:nvSpPr>
          <p:cNvPr id="3" name="Subtitle 2"/>
          <p:cNvSpPr>
            <a:spLocks noGrp="1"/>
          </p:cNvSpPr>
          <p:nvPr>
            <p:ph type="subTitle" idx="1"/>
          </p:nvPr>
        </p:nvSpPr>
        <p:spPr/>
        <p:txBody>
          <a:bodyPr/>
          <a:lstStyle/>
          <a:p>
            <a:r>
              <a:t>Everything looks healthy. No risk visible.</a:t>
            </a:r>
          </a:p>
        </p:txBody>
      </p:sp>
      <p:sp>
        <p:nvSpPr>
          <p:cNvPr id="4" name="Rounded Rectangle 3"/>
          <p:cNvSpPr/>
          <p:nvPr/>
        </p:nvSpPr>
        <p:spPr>
          <a:xfrm>
            <a:off x="7772400" y="274320"/>
            <a:ext cx="914400" cy="4572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ACT 1</a:t>
            </a:r>
          </a:p>
        </p:txBody>
      </p:sp>
      <p:sp>
        <p:nvSpPr>
          <p:cNvPr id="5" name="Rounded Rectangle 4"/>
          <p:cNvSpPr/>
          <p:nvPr/>
        </p:nvSpPr>
        <p:spPr>
          <a:xfrm>
            <a:off x="365760" y="1371600"/>
            <a:ext cx="4023360" cy="914400"/>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3657600" cy="320040"/>
          </a:xfrm>
          <a:prstGeom prst="rect">
            <a:avLst/>
          </a:prstGeom>
          <a:noFill/>
        </p:spPr>
        <p:txBody>
          <a:bodyPr wrap="square">
            <a:spAutoFit/>
          </a:bodyPr>
          <a:lstStyle/>
          <a:p>
            <a:pPr algn="l">
              <a:defRPr sz="1100" b="1">
                <a:solidFill>
                  <a:srgbClr val="FFFFFF"/>
                </a:solidFill>
              </a:defRPr>
            </a:pPr>
            <a:r>
              <a:t>ABC Glass Industries</a:t>
            </a:r>
          </a:p>
        </p:txBody>
      </p:sp>
      <p:sp>
        <p:nvSpPr>
          <p:cNvPr id="7" name="TextBox 6"/>
          <p:cNvSpPr txBox="1"/>
          <p:nvPr/>
        </p:nvSpPr>
        <p:spPr>
          <a:xfrm>
            <a:off x="548640" y="1874519"/>
            <a:ext cx="3657600" cy="320040"/>
          </a:xfrm>
          <a:prstGeom prst="rect">
            <a:avLst/>
          </a:prstGeom>
          <a:noFill/>
        </p:spPr>
        <p:txBody>
          <a:bodyPr wrap="square">
            <a:spAutoFit/>
          </a:bodyPr>
          <a:lstStyle/>
          <a:p>
            <a:pPr algn="l">
              <a:defRPr sz="900" b="0">
                <a:solidFill>
                  <a:srgbClr val="FFFFFF"/>
                </a:solidFill>
              </a:defRPr>
            </a:pPr>
            <a:r>
              <a:t>Primary supplier | Monterrey, MX</a:t>
            </a:r>
          </a:p>
        </p:txBody>
      </p:sp>
      <p:sp>
        <p:nvSpPr>
          <p:cNvPr id="8" name="Rounded Rectangle 7"/>
          <p:cNvSpPr/>
          <p:nvPr/>
        </p:nvSpPr>
        <p:spPr>
          <a:xfrm>
            <a:off x="4663440" y="1371600"/>
            <a:ext cx="4023360" cy="9144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0" y="1508760"/>
            <a:ext cx="3657600" cy="320040"/>
          </a:xfrm>
          <a:prstGeom prst="rect">
            <a:avLst/>
          </a:prstGeom>
          <a:noFill/>
        </p:spPr>
        <p:txBody>
          <a:bodyPr wrap="square">
            <a:spAutoFit/>
          </a:bodyPr>
          <a:lstStyle/>
          <a:p>
            <a:pPr algn="l">
              <a:defRPr sz="1100" b="1">
                <a:solidFill>
                  <a:srgbClr val="FFFFFF"/>
                </a:solidFill>
              </a:defRPr>
            </a:pPr>
            <a:r>
              <a:t>On-Time: 97%</a:t>
            </a:r>
          </a:p>
        </p:txBody>
      </p:sp>
      <p:sp>
        <p:nvSpPr>
          <p:cNvPr id="10" name="TextBox 9"/>
          <p:cNvSpPr txBox="1"/>
          <p:nvPr/>
        </p:nvSpPr>
        <p:spPr>
          <a:xfrm>
            <a:off x="4846320" y="1874519"/>
            <a:ext cx="3657600" cy="320040"/>
          </a:xfrm>
          <a:prstGeom prst="rect">
            <a:avLst/>
          </a:prstGeom>
          <a:noFill/>
        </p:spPr>
        <p:txBody>
          <a:bodyPr wrap="square">
            <a:spAutoFit/>
          </a:bodyPr>
          <a:lstStyle/>
          <a:p>
            <a:pPr algn="l">
              <a:defRPr sz="900" b="0">
                <a:solidFill>
                  <a:srgbClr val="FFFFFF"/>
                </a:solidFill>
              </a:defRPr>
            </a:pPr>
            <a:r>
              <a:t>Quality: 99.5% | Risk: 2.0/10</a:t>
            </a:r>
          </a:p>
        </p:txBody>
      </p:sp>
      <p:sp>
        <p:nvSpPr>
          <p:cNvPr id="11" name="Rounded Rectangle 10"/>
          <p:cNvSpPr/>
          <p:nvPr/>
        </p:nvSpPr>
        <p:spPr>
          <a:xfrm>
            <a:off x="365760" y="2468880"/>
            <a:ext cx="4023360" cy="914400"/>
          </a:xfrm>
          <a:prstGeom prst="roundRect">
            <a:avLst/>
          </a:prstGeom>
          <a:solidFill>
            <a:srgbClr val="1156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606040"/>
            <a:ext cx="3657600" cy="320040"/>
          </a:xfrm>
          <a:prstGeom prst="rect">
            <a:avLst/>
          </a:prstGeom>
          <a:noFill/>
        </p:spPr>
        <p:txBody>
          <a:bodyPr wrap="square">
            <a:spAutoFit/>
          </a:bodyPr>
          <a:lstStyle/>
          <a:p>
            <a:pPr algn="l">
              <a:defRPr sz="1100" b="1">
                <a:solidFill>
                  <a:srgbClr val="FFFFFF"/>
                </a:solidFill>
              </a:defRPr>
            </a:pPr>
            <a:r>
              <a:t>Open POs: On Schedule</a:t>
            </a:r>
          </a:p>
        </p:txBody>
      </p:sp>
      <p:sp>
        <p:nvSpPr>
          <p:cNvPr id="13" name="TextBox 12"/>
          <p:cNvSpPr txBox="1"/>
          <p:nvPr/>
        </p:nvSpPr>
        <p:spPr>
          <a:xfrm>
            <a:off x="548640" y="2971800"/>
            <a:ext cx="3657600" cy="320040"/>
          </a:xfrm>
          <a:prstGeom prst="rect">
            <a:avLst/>
          </a:prstGeom>
          <a:noFill/>
        </p:spPr>
        <p:txBody>
          <a:bodyPr wrap="square">
            <a:spAutoFit/>
          </a:bodyPr>
          <a:lstStyle/>
          <a:p>
            <a:pPr algn="l">
              <a:defRPr sz="900" b="0">
                <a:solidFill>
                  <a:srgbClr val="FFFFFF"/>
                </a:solidFill>
              </a:defRPr>
            </a:pPr>
            <a:r>
              <a:t>All delivery dates confirmed</a:t>
            </a:r>
          </a:p>
        </p:txBody>
      </p:sp>
      <p:sp>
        <p:nvSpPr>
          <p:cNvPr id="14" name="Rounded Rectangle 13"/>
          <p:cNvSpPr/>
          <p:nvPr/>
        </p:nvSpPr>
        <p:spPr>
          <a:xfrm>
            <a:off x="4663440" y="2468880"/>
            <a:ext cx="4023360" cy="9144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2606040"/>
            <a:ext cx="3657600" cy="320040"/>
          </a:xfrm>
          <a:prstGeom prst="rect">
            <a:avLst/>
          </a:prstGeom>
          <a:noFill/>
        </p:spPr>
        <p:txBody>
          <a:bodyPr wrap="square">
            <a:spAutoFit/>
          </a:bodyPr>
          <a:lstStyle/>
          <a:p>
            <a:pPr algn="l">
              <a:defRPr sz="1100" b="1">
                <a:solidFill>
                  <a:srgbClr val="FFFFFF"/>
                </a:solidFill>
              </a:defRPr>
            </a:pPr>
            <a:r>
              <a:t>Inventory: 18 Days</a:t>
            </a:r>
          </a:p>
        </p:txBody>
      </p:sp>
      <p:sp>
        <p:nvSpPr>
          <p:cNvPr id="16" name="TextBox 15"/>
          <p:cNvSpPr txBox="1"/>
          <p:nvPr/>
        </p:nvSpPr>
        <p:spPr>
          <a:xfrm>
            <a:off x="4846320" y="2971800"/>
            <a:ext cx="3657600" cy="320040"/>
          </a:xfrm>
          <a:prstGeom prst="rect">
            <a:avLst/>
          </a:prstGeom>
          <a:noFill/>
        </p:spPr>
        <p:txBody>
          <a:bodyPr wrap="square">
            <a:spAutoFit/>
          </a:bodyPr>
          <a:lstStyle/>
          <a:p>
            <a:pPr algn="l">
              <a:defRPr sz="900" b="0">
                <a:solidFill>
                  <a:srgbClr val="FFFFFF"/>
                </a:solidFill>
              </a:defRPr>
            </a:pPr>
            <a:r>
              <a:t>Alabama forward coverage</a:t>
            </a:r>
          </a:p>
        </p:txBody>
      </p:sp>
      <p:sp>
        <p:nvSpPr>
          <p:cNvPr id="17" name="Rounded Rectangle 16"/>
          <p:cNvSpPr/>
          <p:nvPr/>
        </p:nvSpPr>
        <p:spPr>
          <a:xfrm>
            <a:off x="365760" y="3566160"/>
            <a:ext cx="8321040" cy="6400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611880"/>
            <a:ext cx="7955279" cy="274320"/>
          </a:xfrm>
          <a:prstGeom prst="rect">
            <a:avLst/>
          </a:prstGeom>
          <a:noFill/>
        </p:spPr>
        <p:txBody>
          <a:bodyPr wrap="square">
            <a:spAutoFit/>
          </a:bodyPr>
          <a:lstStyle/>
          <a:p>
            <a:pPr algn="l">
              <a:defRPr sz="1000" b="1">
                <a:solidFill>
                  <a:srgbClr val="FFFFFF"/>
                </a:solidFill>
              </a:defRPr>
            </a:pPr>
            <a:r>
              <a:t>Agent: “No material supply risk identified.</a:t>
            </a:r>
          </a:p>
        </p:txBody>
      </p:sp>
      <p:sp>
        <p:nvSpPr>
          <p:cNvPr id="19" name="TextBox 18"/>
          <p:cNvSpPr txBox="1"/>
          <p:nvPr/>
        </p:nvSpPr>
        <p:spPr>
          <a:xfrm>
            <a:off x="548640" y="3886200"/>
            <a:ext cx="7955279" cy="274320"/>
          </a:xfrm>
          <a:prstGeom prst="rect">
            <a:avLst/>
          </a:prstGeom>
          <a:noFill/>
        </p:spPr>
        <p:txBody>
          <a:bodyPr wrap="square">
            <a:spAutoFit/>
          </a:bodyPr>
          <a:lstStyle/>
          <a:p>
            <a:pPr algn="l">
              <a:defRPr sz="1000" b="0">
                <a:solidFill>
                  <a:srgbClr val="FFFFFF"/>
                </a:solidFill>
              </a:defRPr>
            </a:pPr>
            <a:r>
              <a:t>Inventory coverage adequate. Deliveries on schedule.”</a:t>
            </a:r>
          </a:p>
        </p:txBody>
      </p:sp>
      <p:sp>
        <p:nvSpPr>
          <p:cNvPr id="20" name="TextBox 19"/>
          <p:cNvSpPr txBox="1"/>
          <p:nvPr/>
        </p:nvSpPr>
        <p:spPr>
          <a:xfrm>
            <a:off x="365760" y="4389120"/>
            <a:ext cx="8229600" cy="365760"/>
          </a:xfrm>
          <a:prstGeom prst="rect">
            <a:avLst/>
          </a:prstGeom>
          <a:noFill/>
        </p:spPr>
        <p:txBody>
          <a:bodyPr wrap="square">
            <a:spAutoFit/>
          </a:bodyPr>
          <a:lstStyle/>
          <a:p>
            <a:pPr algn="l">
              <a:defRPr sz="900" b="1">
                <a:solidFill>
                  <a:srgbClr val="FF9F36"/>
                </a:solidFill>
              </a:defRPr>
            </a:pPr>
            <a:r>
              <a:t>DIRECTOR: Oracle is RIGHT here. Data boundary, not failure.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 2 — Add Manufacturing Context</a:t>
            </a:r>
          </a:p>
        </p:txBody>
      </p:sp>
      <p:sp>
        <p:nvSpPr>
          <p:cNvPr id="3" name="Subtitle 2"/>
          <p:cNvSpPr>
            <a:spLocks noGrp="1"/>
          </p:cNvSpPr>
          <p:nvPr>
            <p:ph type="subTitle" idx="1"/>
          </p:nvPr>
        </p:nvSpPr>
        <p:spPr/>
        <p:txBody>
          <a:bodyPr/>
          <a:lstStyle/>
          <a:p>
            <a:r>
              <a:t>Tight but manageable. Sets up why external data is the unlock.</a:t>
            </a:r>
          </a:p>
        </p:txBody>
      </p:sp>
      <p:sp>
        <p:nvSpPr>
          <p:cNvPr id="4" name="Rounded Rectangle 3"/>
          <p:cNvSpPr/>
          <p:nvPr/>
        </p:nvSpPr>
        <p:spPr>
          <a:xfrm>
            <a:off x="7772400" y="274320"/>
            <a:ext cx="914400" cy="457200"/>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ACT 2</a:t>
            </a:r>
          </a:p>
        </p:txBody>
      </p:sp>
      <p:sp>
        <p:nvSpPr>
          <p:cNvPr id="5" name="Rounded Rectangle 4"/>
          <p:cNvSpPr/>
          <p:nvPr/>
        </p:nvSpPr>
        <p:spPr>
          <a:xfrm>
            <a:off x="5943600" y="1371600"/>
            <a:ext cx="2743200" cy="2560320"/>
          </a:xfrm>
          <a:prstGeom prst="roundRect">
            <a:avLst/>
          </a:prstGeom>
          <a:solidFill>
            <a:srgbClr val="00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0" y="1463040"/>
            <a:ext cx="2377440" cy="274320"/>
          </a:xfrm>
          <a:prstGeom prst="rect">
            <a:avLst/>
          </a:prstGeom>
          <a:noFill/>
        </p:spPr>
        <p:txBody>
          <a:bodyPr wrap="square">
            <a:spAutoFit/>
          </a:bodyPr>
          <a:lstStyle/>
          <a:p>
            <a:pPr algn="ctr">
              <a:defRPr sz="900" b="1">
                <a:solidFill>
                  <a:srgbClr val="71D3DC"/>
                </a:solidFill>
              </a:defRPr>
            </a:pPr>
            <a:r>
              <a:t>ALABAMA GLASS</a:t>
            </a:r>
          </a:p>
        </p:txBody>
      </p:sp>
      <p:sp>
        <p:nvSpPr>
          <p:cNvPr id="7" name="Oval 6"/>
          <p:cNvSpPr/>
          <p:nvPr/>
        </p:nvSpPr>
        <p:spPr>
          <a:xfrm>
            <a:off x="6583680" y="1828800"/>
            <a:ext cx="1463040" cy="1463040"/>
          </a:xfrm>
          <a:prstGeom prst="ellipse">
            <a:avLst/>
          </a:prstGeom>
          <a:solidFill>
            <a:srgbClr val="1156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18</a:t>
            </a:r>
            <a:br/>
            <a:r>
              <a:t>DAYS</a:t>
            </a:r>
          </a:p>
        </p:txBody>
      </p:sp>
      <p:sp>
        <p:nvSpPr>
          <p:cNvPr id="8" name="TextBox 7"/>
          <p:cNvSpPr txBox="1"/>
          <p:nvPr/>
        </p:nvSpPr>
        <p:spPr>
          <a:xfrm>
            <a:off x="6126480" y="3383280"/>
            <a:ext cx="2377440" cy="274320"/>
          </a:xfrm>
          <a:prstGeom prst="rect">
            <a:avLst/>
          </a:prstGeom>
          <a:noFill/>
        </p:spPr>
        <p:txBody>
          <a:bodyPr wrap="square">
            <a:spAutoFit/>
          </a:bodyPr>
          <a:lstStyle/>
          <a:p>
            <a:pPr algn="ctr">
              <a:defRPr sz="900" b="0">
                <a:solidFill>
                  <a:srgbClr val="8A999E"/>
                </a:solidFill>
              </a:defRPr>
            </a:pPr>
            <a:r>
              <a:t>530 panels/day</a:t>
            </a:r>
          </a:p>
        </p:txBody>
      </p:sp>
      <p:sp>
        <p:nvSpPr>
          <p:cNvPr id="9" name="TextBox 8"/>
          <p:cNvSpPr txBox="1"/>
          <p:nvPr/>
        </p:nvSpPr>
        <p:spPr>
          <a:xfrm>
            <a:off x="6126480" y="3657600"/>
            <a:ext cx="2377440" cy="274320"/>
          </a:xfrm>
          <a:prstGeom prst="rect">
            <a:avLst/>
          </a:prstGeom>
          <a:noFill/>
        </p:spPr>
        <p:txBody>
          <a:bodyPr wrap="square">
            <a:spAutoFit/>
          </a:bodyPr>
          <a:lstStyle/>
          <a:p>
            <a:pPr algn="ctr">
              <a:defRPr sz="900" b="1">
                <a:solidFill>
                  <a:srgbClr val="FF9F36"/>
                </a:solidFill>
              </a:defRPr>
            </a:pPr>
            <a:r>
              <a:t>Zero buffer</a:t>
            </a:r>
          </a:p>
        </p:txBody>
      </p:sp>
      <p:sp>
        <p:nvSpPr>
          <p:cNvPr id="10" name="TextBox 9"/>
          <p:cNvSpPr txBox="1"/>
          <p:nvPr/>
        </p:nvSpPr>
        <p:spPr>
          <a:xfrm>
            <a:off x="365760" y="1371600"/>
            <a:ext cx="5303520" cy="2743200"/>
          </a:xfrm>
          <a:prstGeom prst="rect">
            <a:avLst/>
          </a:prstGeom>
          <a:noFill/>
        </p:spPr>
        <p:txBody>
          <a:bodyPr wrap="square">
            <a:spAutoFit/>
          </a:bodyPr>
          <a:lstStyle/>
          <a:p>
            <a:pPr>
              <a:defRPr sz="1100">
                <a:solidFill>
                  <a:srgbClr val="24323D"/>
                </a:solidFill>
              </a:defRPr>
            </a:pPr>
            <a:r>
              <a:t>•  Daily consumption: ~530 panels/day at Alabama</a:t>
            </a:r>
          </a:p>
          <a:p>
            <a:pPr>
              <a:spcBef>
                <a:spcPts val="400"/>
              </a:spcBef>
              <a:defRPr sz="1100">
                <a:solidFill>
                  <a:srgbClr val="24323D"/>
                </a:solidFill>
              </a:defRPr>
            </a:pPr>
            <a:r>
              <a:t>•  Series 7 ramping for Q2 — NextEra, Invenergy</a:t>
            </a:r>
          </a:p>
          <a:p>
            <a:pPr>
              <a:spcBef>
                <a:spcPts val="400"/>
              </a:spcBef>
              <a:defRPr sz="1100">
                <a:solidFill>
                  <a:srgbClr val="24323D"/>
                </a:solidFill>
              </a:defRPr>
            </a:pPr>
            <a:r>
              <a:t>•  BOM: 1 glass per module, NO substitute exists</a:t>
            </a:r>
          </a:p>
          <a:p>
            <a:pPr>
              <a:spcBef>
                <a:spcPts val="400"/>
              </a:spcBef>
              <a:defRPr sz="1100">
                <a:solidFill>
                  <a:srgbClr val="24323D"/>
                </a:solidFill>
              </a:defRPr>
            </a:pPr>
            <a:r>
              <a:t>•  18 days = zero buffer for any disruption</a:t>
            </a:r>
          </a:p>
          <a:p>
            <a:pPr>
              <a:spcBef>
                <a:spcPts val="400"/>
              </a:spcBef>
              <a:defRPr sz="1100">
                <a:solidFill>
                  <a:srgbClr val="24323D"/>
                </a:solidFill>
              </a:defRPr>
            </a:pPr>
            <a:r>
              <a:t>•  Deliveries MUST arrive on time</a:t>
            </a:r>
          </a:p>
        </p:txBody>
      </p:sp>
      <p:sp>
        <p:nvSpPr>
          <p:cNvPr id="11" name="Rounded Rectangle 10"/>
          <p:cNvSpPr/>
          <p:nvPr/>
        </p:nvSpPr>
        <p:spPr>
          <a:xfrm>
            <a:off x="365760" y="4114800"/>
            <a:ext cx="5486400" cy="457200"/>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160520"/>
            <a:ext cx="5120640" cy="365760"/>
          </a:xfrm>
          <a:prstGeom prst="rect">
            <a:avLst/>
          </a:prstGeom>
          <a:noFill/>
        </p:spPr>
        <p:txBody>
          <a:bodyPr wrap="square">
            <a:spAutoFit/>
          </a:bodyPr>
          <a:lstStyle/>
          <a:p>
            <a:pPr algn="l">
              <a:defRPr sz="1000" b="1">
                <a:solidFill>
                  <a:srgbClr val="FFFFFF"/>
                </a:solidFill>
              </a:defRPr>
            </a:pPr>
            <a:r>
              <a:t>Agent: “Tight but manageable if deliveries arrive.”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Act 3 — THE REVEAL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External Marketplace Signal Surfaces the Risk</a:t>
            </a:r>
          </a:p>
        </p:txBody>
      </p:sp>
      <p:sp>
        <p:nvSpPr>
          <p:cNvPr id="3" name="Subtitle 2"/>
          <p:cNvSpPr>
            <a:spLocks noGrp="1"/>
          </p:cNvSpPr>
          <p:nvPr>
            <p:ph type="subTitle" idx="1"/>
          </p:nvPr>
        </p:nvSpPr>
        <p:spPr/>
        <p:txBody>
          <a:bodyPr/>
          <a:lstStyle/>
          <a:p>
            <a:r>
              <a:t>Snowflake Marketplace trade/shipping data — the data Oracle can’t see</a:t>
            </a:r>
          </a:p>
        </p:txBody>
      </p:sp>
      <p:sp>
        <p:nvSpPr>
          <p:cNvPr id="4" name="Rounded Rectangle 3"/>
          <p:cNvSpPr/>
          <p:nvPr/>
        </p:nvSpPr>
        <p:spPr>
          <a:xfrm>
            <a:off x="7772400" y="274320"/>
            <a:ext cx="914400" cy="457200"/>
          </a:xfrm>
          <a:prstGeom prst="roundRect">
            <a:avLst/>
          </a:prstGeom>
          <a:solidFill>
            <a:srgbClr val="FF9F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ACT 3</a:t>
            </a:r>
          </a:p>
        </p:txBody>
      </p:sp>
      <p:sp>
        <p:nvSpPr>
          <p:cNvPr id="5" name="Rounded Rectangle 4"/>
          <p:cNvSpPr/>
          <p:nvPr/>
        </p:nvSpPr>
        <p:spPr>
          <a:xfrm>
            <a:off x="365760" y="1371600"/>
            <a:ext cx="1965960" cy="1188720"/>
          </a:xfrm>
          <a:prstGeom prst="roundRect">
            <a:avLst/>
          </a:prstGeom>
          <a:solidFill>
            <a:srgbClr val="D45B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17320"/>
            <a:ext cx="1783080" cy="228600"/>
          </a:xfrm>
          <a:prstGeom prst="rect">
            <a:avLst/>
          </a:prstGeom>
          <a:noFill/>
        </p:spPr>
        <p:txBody>
          <a:bodyPr wrap="square">
            <a:spAutoFit/>
          </a:bodyPr>
          <a:lstStyle/>
          <a:p>
            <a:pPr algn="ctr">
              <a:defRPr sz="800" b="0">
                <a:solidFill>
                  <a:srgbClr val="FFFFFF"/>
                </a:solidFill>
              </a:defRPr>
            </a:pPr>
            <a:r>
              <a:t>EXPORT VOL</a:t>
            </a:r>
          </a:p>
        </p:txBody>
      </p:sp>
      <p:sp>
        <p:nvSpPr>
          <p:cNvPr id="7" name="TextBox 6"/>
          <p:cNvSpPr txBox="1"/>
          <p:nvPr/>
        </p:nvSpPr>
        <p:spPr>
          <a:xfrm>
            <a:off x="457200" y="1645920"/>
            <a:ext cx="1783080" cy="502920"/>
          </a:xfrm>
          <a:prstGeom prst="rect">
            <a:avLst/>
          </a:prstGeom>
          <a:noFill/>
        </p:spPr>
        <p:txBody>
          <a:bodyPr wrap="square">
            <a:spAutoFit/>
          </a:bodyPr>
          <a:lstStyle/>
          <a:p>
            <a:pPr algn="ctr">
              <a:defRPr sz="2000" b="1">
                <a:solidFill>
                  <a:srgbClr val="FFFFFF"/>
                </a:solidFill>
              </a:defRPr>
            </a:pPr>
            <a:r>
              <a:t>↓ 19%</a:t>
            </a:r>
          </a:p>
        </p:txBody>
      </p:sp>
      <p:sp>
        <p:nvSpPr>
          <p:cNvPr id="8" name="TextBox 7"/>
          <p:cNvSpPr txBox="1"/>
          <p:nvPr/>
        </p:nvSpPr>
        <p:spPr>
          <a:xfrm>
            <a:off x="457200" y="2194560"/>
            <a:ext cx="1783080" cy="228600"/>
          </a:xfrm>
          <a:prstGeom prst="rect">
            <a:avLst/>
          </a:prstGeom>
          <a:noFill/>
        </p:spPr>
        <p:txBody>
          <a:bodyPr wrap="square">
            <a:spAutoFit/>
          </a:bodyPr>
          <a:lstStyle/>
          <a:p>
            <a:pPr algn="ctr">
              <a:defRPr sz="800" b="0">
                <a:solidFill>
                  <a:srgbClr val="FFFFFF"/>
                </a:solidFill>
              </a:defRPr>
            </a:pPr>
            <a:r>
              <a:t>100 → 82</a:t>
            </a:r>
          </a:p>
        </p:txBody>
      </p:sp>
      <p:sp>
        <p:nvSpPr>
          <p:cNvPr id="9" name="Rounded Rectangle 8"/>
          <p:cNvSpPr/>
          <p:nvPr/>
        </p:nvSpPr>
        <p:spPr>
          <a:xfrm>
            <a:off x="2514600" y="1371600"/>
            <a:ext cx="1965960" cy="1188720"/>
          </a:xfrm>
          <a:prstGeom prst="roundRect">
            <a:avLst/>
          </a:prstGeom>
          <a:solidFill>
            <a:srgbClr val="D45B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06040" y="1417320"/>
            <a:ext cx="1783080" cy="228600"/>
          </a:xfrm>
          <a:prstGeom prst="rect">
            <a:avLst/>
          </a:prstGeom>
          <a:noFill/>
        </p:spPr>
        <p:txBody>
          <a:bodyPr wrap="square">
            <a:spAutoFit/>
          </a:bodyPr>
          <a:lstStyle/>
          <a:p>
            <a:pPr algn="ctr">
              <a:defRPr sz="800" b="0">
                <a:solidFill>
                  <a:srgbClr val="FFFFFF"/>
                </a:solidFill>
              </a:defRPr>
            </a:pPr>
            <a:r>
              <a:t>DWELL TIME</a:t>
            </a:r>
          </a:p>
        </p:txBody>
      </p:sp>
      <p:sp>
        <p:nvSpPr>
          <p:cNvPr id="11" name="TextBox 10"/>
          <p:cNvSpPr txBox="1"/>
          <p:nvPr/>
        </p:nvSpPr>
        <p:spPr>
          <a:xfrm>
            <a:off x="2606040" y="1645920"/>
            <a:ext cx="1783080" cy="502920"/>
          </a:xfrm>
          <a:prstGeom prst="rect">
            <a:avLst/>
          </a:prstGeom>
          <a:noFill/>
        </p:spPr>
        <p:txBody>
          <a:bodyPr wrap="square">
            <a:spAutoFit/>
          </a:bodyPr>
          <a:lstStyle/>
          <a:p>
            <a:pPr algn="ctr">
              <a:defRPr sz="2000" b="1">
                <a:solidFill>
                  <a:srgbClr val="FFFFFF"/>
                </a:solidFill>
              </a:defRPr>
            </a:pPr>
            <a:r>
              <a:t>↑ 71%</a:t>
            </a:r>
          </a:p>
        </p:txBody>
      </p:sp>
      <p:sp>
        <p:nvSpPr>
          <p:cNvPr id="12" name="TextBox 11"/>
          <p:cNvSpPr txBox="1"/>
          <p:nvPr/>
        </p:nvSpPr>
        <p:spPr>
          <a:xfrm>
            <a:off x="2606040" y="2194560"/>
            <a:ext cx="1783080" cy="228600"/>
          </a:xfrm>
          <a:prstGeom prst="rect">
            <a:avLst/>
          </a:prstGeom>
          <a:noFill/>
        </p:spPr>
        <p:txBody>
          <a:bodyPr wrap="square">
            <a:spAutoFit/>
          </a:bodyPr>
          <a:lstStyle/>
          <a:p>
            <a:pPr algn="ctr">
              <a:defRPr sz="800" b="0">
                <a:solidFill>
                  <a:srgbClr val="FFFFFF"/>
                </a:solidFill>
              </a:defRPr>
            </a:pPr>
            <a:r>
              <a:t>25h → 43h</a:t>
            </a:r>
          </a:p>
        </p:txBody>
      </p:sp>
      <p:sp>
        <p:nvSpPr>
          <p:cNvPr id="13" name="Rounded Rectangle 12"/>
          <p:cNvSpPr/>
          <p:nvPr/>
        </p:nvSpPr>
        <p:spPr>
          <a:xfrm>
            <a:off x="4663440" y="1371600"/>
            <a:ext cx="1965960" cy="1188720"/>
          </a:xfrm>
          <a:prstGeom prst="roundRect">
            <a:avLst/>
          </a:prstGeom>
          <a:solidFill>
            <a:srgbClr val="FF9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1417320"/>
            <a:ext cx="1783080" cy="228600"/>
          </a:xfrm>
          <a:prstGeom prst="rect">
            <a:avLst/>
          </a:prstGeom>
          <a:noFill/>
        </p:spPr>
        <p:txBody>
          <a:bodyPr wrap="square">
            <a:spAutoFit/>
          </a:bodyPr>
          <a:lstStyle/>
          <a:p>
            <a:pPr algn="ctr">
              <a:defRPr sz="800" b="0">
                <a:solidFill>
                  <a:srgbClr val="FFFFFF"/>
                </a:solidFill>
              </a:defRPr>
            </a:pPr>
            <a:r>
              <a:t>DELAY RATE</a:t>
            </a:r>
          </a:p>
        </p:txBody>
      </p:sp>
      <p:sp>
        <p:nvSpPr>
          <p:cNvPr id="15" name="TextBox 14"/>
          <p:cNvSpPr txBox="1"/>
          <p:nvPr/>
        </p:nvSpPr>
        <p:spPr>
          <a:xfrm>
            <a:off x="4754880" y="1645920"/>
            <a:ext cx="1783080" cy="502920"/>
          </a:xfrm>
          <a:prstGeom prst="rect">
            <a:avLst/>
          </a:prstGeom>
          <a:noFill/>
        </p:spPr>
        <p:txBody>
          <a:bodyPr wrap="square">
            <a:spAutoFit/>
          </a:bodyPr>
          <a:lstStyle/>
          <a:p>
            <a:pPr algn="ctr">
              <a:defRPr sz="2000" b="1">
                <a:solidFill>
                  <a:srgbClr val="FFFFFF"/>
                </a:solidFill>
              </a:defRPr>
            </a:pPr>
            <a:r>
              <a:t>4.5%</a:t>
            </a:r>
          </a:p>
        </p:txBody>
      </p:sp>
      <p:sp>
        <p:nvSpPr>
          <p:cNvPr id="16" name="TextBox 15"/>
          <p:cNvSpPr txBox="1"/>
          <p:nvPr/>
        </p:nvSpPr>
        <p:spPr>
          <a:xfrm>
            <a:off x="4754880" y="2194560"/>
            <a:ext cx="1783080" cy="228600"/>
          </a:xfrm>
          <a:prstGeom prst="rect">
            <a:avLst/>
          </a:prstGeom>
          <a:noFill/>
        </p:spPr>
        <p:txBody>
          <a:bodyPr wrap="square">
            <a:spAutoFit/>
          </a:bodyPr>
          <a:lstStyle/>
          <a:p>
            <a:pPr algn="ctr">
              <a:defRPr sz="800" b="0">
                <a:solidFill>
                  <a:srgbClr val="FFFFFF"/>
                </a:solidFill>
              </a:defRPr>
            </a:pPr>
            <a:r>
              <a:t>was 0%</a:t>
            </a:r>
          </a:p>
        </p:txBody>
      </p:sp>
      <p:sp>
        <p:nvSpPr>
          <p:cNvPr id="17" name="Rounded Rectangle 16"/>
          <p:cNvSpPr/>
          <p:nvPr/>
        </p:nvSpPr>
        <p:spPr>
          <a:xfrm>
            <a:off x="6812280" y="1371600"/>
            <a:ext cx="1965960" cy="1188720"/>
          </a:xfrm>
          <a:prstGeom prst="roundRect">
            <a:avLst/>
          </a:prstGeom>
          <a:solidFill>
            <a:srgbClr val="FF9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1417320"/>
            <a:ext cx="1783080" cy="228600"/>
          </a:xfrm>
          <a:prstGeom prst="rect">
            <a:avLst/>
          </a:prstGeom>
          <a:noFill/>
        </p:spPr>
        <p:txBody>
          <a:bodyPr wrap="square">
            <a:spAutoFit/>
          </a:bodyPr>
          <a:lstStyle/>
          <a:p>
            <a:pPr algn="ctr">
              <a:defRPr sz="800" b="0">
                <a:solidFill>
                  <a:srgbClr val="FFFFFF"/>
                </a:solidFill>
              </a:defRPr>
            </a:pPr>
            <a:r>
              <a:t>TRANSIT</a:t>
            </a:r>
          </a:p>
        </p:txBody>
      </p:sp>
      <p:sp>
        <p:nvSpPr>
          <p:cNvPr id="19" name="TextBox 18"/>
          <p:cNvSpPr txBox="1"/>
          <p:nvPr/>
        </p:nvSpPr>
        <p:spPr>
          <a:xfrm>
            <a:off x="6903720" y="1645920"/>
            <a:ext cx="1783080" cy="502920"/>
          </a:xfrm>
          <a:prstGeom prst="rect">
            <a:avLst/>
          </a:prstGeom>
          <a:noFill/>
        </p:spPr>
        <p:txBody>
          <a:bodyPr wrap="square">
            <a:spAutoFit/>
          </a:bodyPr>
          <a:lstStyle/>
          <a:p>
            <a:pPr algn="ctr">
              <a:defRPr sz="2000" b="1">
                <a:solidFill>
                  <a:srgbClr val="FFFFFF"/>
                </a:solidFill>
              </a:defRPr>
            </a:pPr>
            <a:r>
              <a:t>↑ 50%</a:t>
            </a:r>
          </a:p>
        </p:txBody>
      </p:sp>
      <p:sp>
        <p:nvSpPr>
          <p:cNvPr id="20" name="TextBox 19"/>
          <p:cNvSpPr txBox="1"/>
          <p:nvPr/>
        </p:nvSpPr>
        <p:spPr>
          <a:xfrm>
            <a:off x="6903720" y="2194560"/>
            <a:ext cx="1783080" cy="228600"/>
          </a:xfrm>
          <a:prstGeom prst="rect">
            <a:avLst/>
          </a:prstGeom>
          <a:noFill/>
        </p:spPr>
        <p:txBody>
          <a:bodyPr wrap="square">
            <a:spAutoFit/>
          </a:bodyPr>
          <a:lstStyle/>
          <a:p>
            <a:pPr algn="ctr">
              <a:defRPr sz="800" b="0">
                <a:solidFill>
                  <a:srgbClr val="FFFFFF"/>
                </a:solidFill>
              </a:defRPr>
            </a:pPr>
            <a:r>
              <a:t>3d → 4.5d</a:t>
            </a:r>
          </a:p>
        </p:txBody>
      </p:sp>
      <p:sp>
        <p:nvSpPr>
          <p:cNvPr id="21" name="Rounded Rectangle 20"/>
          <p:cNvSpPr/>
          <p:nvPr/>
        </p:nvSpPr>
        <p:spPr>
          <a:xfrm>
            <a:off x="365760" y="2743200"/>
            <a:ext cx="8321040" cy="118872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2834640"/>
            <a:ext cx="7955279" cy="1005840"/>
          </a:xfrm>
          <a:prstGeom prst="rect">
            <a:avLst/>
          </a:prstGeom>
          <a:noFill/>
        </p:spPr>
        <p:txBody>
          <a:bodyPr wrap="square">
            <a:spAutoFit/>
          </a:bodyPr>
          <a:lstStyle/>
          <a:p>
            <a:pPr>
              <a:defRPr sz="1000">
                <a:solidFill>
                  <a:srgbClr val="FFFFFF"/>
                </a:solidFill>
              </a:defRPr>
            </a:pPr>
            <a:r>
              <a:t>Agent: “Alabama has ELEVATED substrate-glass supply risk.</a:t>
            </a:r>
          </a:p>
          <a:p>
            <a:pPr>
              <a:spcBef>
                <a:spcPts val="400"/>
              </a:spcBef>
              <a:defRPr sz="1000">
                <a:solidFill>
                  <a:srgbClr val="FFFFFF"/>
                </a:solidFill>
              </a:defRPr>
            </a:pPr>
            <a:r>
              <a:t>Inventory: 18 days. Oracle shows on-schedule, but external shipping</a:t>
            </a:r>
          </a:p>
          <a:p>
            <a:pPr>
              <a:spcBef>
                <a:spcPts val="400"/>
              </a:spcBef>
              <a:defRPr sz="1000">
                <a:solidFill>
                  <a:srgbClr val="FFFFFF"/>
                </a:solidFill>
              </a:defRPr>
            </a:pPr>
            <a:r>
              <a:t>data shows deteriorating lane activity. A 2-week delivery disruption</a:t>
            </a:r>
          </a:p>
          <a:p>
            <a:pPr>
              <a:spcBef>
                <a:spcPts val="400"/>
              </a:spcBef>
              <a:defRPr sz="1000">
                <a:solidFill>
                  <a:srgbClr val="FFFFFF"/>
                </a:solidFill>
              </a:defRPr>
            </a:pPr>
            <a:r>
              <a:t>could put ~134 MW of scheduled production at risk.”</a:t>
            </a:r>
          </a:p>
        </p:txBody>
      </p:sp>
      <p:sp>
        <p:nvSpPr>
          <p:cNvPr id="23" name="TextBox 22"/>
          <p:cNvSpPr txBox="1"/>
          <p:nvPr/>
        </p:nvSpPr>
        <p:spPr>
          <a:xfrm>
            <a:off x="365760" y="4114800"/>
            <a:ext cx="8229600" cy="457200"/>
          </a:xfrm>
          <a:prstGeom prst="rect">
            <a:avLst/>
          </a:prstGeom>
          <a:noFill/>
        </p:spPr>
        <p:txBody>
          <a:bodyPr wrap="square">
            <a:spAutoFit/>
          </a:bodyPr>
          <a:lstStyle/>
          <a:p>
            <a:pPr algn="l">
              <a:defRPr sz="900" b="1">
                <a:solidFill>
                  <a:srgbClr val="FF9F36"/>
                </a:solidFill>
              </a:defRPr>
            </a:pPr>
            <a:r>
              <a:t>DIRECTOR: “The external signal is simulated. In production = live Marketplace dataset.”</a:t>
            </a:r>
          </a:p>
        </p:txBody>
      </p:sp>
      <p:sp>
        <p:nvSpPr>
          <p:cNvPr id="24" name="TextBox 23"/>
          <p:cNvSpPr txBox="1"/>
          <p:nvPr/>
        </p:nvSpPr>
        <p:spPr>
          <a:xfrm>
            <a:off x="365760" y="4480560"/>
            <a:ext cx="8229600" cy="274320"/>
          </a:xfrm>
          <a:prstGeom prst="rect">
            <a:avLst/>
          </a:prstGeom>
          <a:noFill/>
        </p:spPr>
        <p:txBody>
          <a:bodyPr wrap="square">
            <a:spAutoFit/>
          </a:bodyPr>
          <a:lstStyle/>
          <a:p>
            <a:pPr algn="l">
              <a:defRPr sz="800" b="0">
                <a:solidFill>
                  <a:srgbClr val="8A999E"/>
                </a:solidFill>
              </a:defRPr>
            </a:pPr>
            <a:r>
              <a:t>Transparency with a technical room.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 4 — Operate the Business</a:t>
            </a:r>
          </a:p>
        </p:txBody>
      </p:sp>
      <p:sp>
        <p:nvSpPr>
          <p:cNvPr id="3" name="Subtitle 2"/>
          <p:cNvSpPr>
            <a:spLocks noGrp="1"/>
          </p:cNvSpPr>
          <p:nvPr>
            <p:ph type="subTitle" idx="1"/>
          </p:nvPr>
        </p:nvSpPr>
        <p:spPr/>
        <p:txBody>
          <a:bodyPr/>
          <a:lstStyle/>
          <a:p>
            <a:r>
              <a:t>“What should we do about the substrate glass risk?”</a:t>
            </a:r>
          </a:p>
        </p:txBody>
      </p:sp>
      <p:sp>
        <p:nvSpPr>
          <p:cNvPr id="4" name="Rounded Rectangle 3"/>
          <p:cNvSpPr/>
          <p:nvPr/>
        </p:nvSpPr>
        <p:spPr>
          <a:xfrm>
            <a:off x="7772400" y="274320"/>
            <a:ext cx="914400" cy="457200"/>
          </a:xfrm>
          <a:prstGeom prst="roundRect">
            <a:avLst/>
          </a:prstGeom>
          <a:solidFill>
            <a:srgbClr val="7D44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ACT 4</a:t>
            </a:r>
          </a:p>
        </p:txBody>
      </p:sp>
      <p:sp>
        <p:nvSpPr>
          <p:cNvPr id="5" name="Rounded Rectangle 4"/>
          <p:cNvSpPr/>
          <p:nvPr/>
        </p:nvSpPr>
        <p:spPr>
          <a:xfrm>
            <a:off x="365760" y="1371600"/>
            <a:ext cx="1965960" cy="210312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11480" y="1417320"/>
            <a:ext cx="320040" cy="3200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2E7D32"/>
                </a:solidFill>
              </a:defRPr>
            </a:pPr>
            <a:r>
              <a:t>1</a:t>
            </a:r>
          </a:p>
        </p:txBody>
      </p:sp>
      <p:sp>
        <p:nvSpPr>
          <p:cNvPr id="7" name="TextBox 6"/>
          <p:cNvSpPr txBox="1"/>
          <p:nvPr/>
        </p:nvSpPr>
        <p:spPr>
          <a:xfrm>
            <a:off x="777240" y="1444752"/>
            <a:ext cx="1463040" cy="274320"/>
          </a:xfrm>
          <a:prstGeom prst="rect">
            <a:avLst/>
          </a:prstGeom>
          <a:noFill/>
        </p:spPr>
        <p:txBody>
          <a:bodyPr wrap="square">
            <a:spAutoFit/>
          </a:bodyPr>
          <a:lstStyle/>
          <a:p>
            <a:pPr algn="l">
              <a:defRPr sz="900" b="1">
                <a:solidFill>
                  <a:srgbClr val="FFFFFF"/>
                </a:solidFill>
              </a:defRPr>
            </a:pPr>
            <a:r>
              <a:t>EXPEDITE</a:t>
            </a:r>
          </a:p>
        </p:txBody>
      </p:sp>
      <p:sp>
        <p:nvSpPr>
          <p:cNvPr id="8" name="TextBox 7"/>
          <p:cNvSpPr txBox="1"/>
          <p:nvPr/>
        </p:nvSpPr>
        <p:spPr>
          <a:xfrm>
            <a:off x="502920" y="1874519"/>
            <a:ext cx="1691640" cy="1371600"/>
          </a:xfrm>
          <a:prstGeom prst="rect">
            <a:avLst/>
          </a:prstGeom>
          <a:noFill/>
        </p:spPr>
        <p:txBody>
          <a:bodyPr wrap="square">
            <a:spAutoFit/>
          </a:bodyPr>
          <a:lstStyle/>
          <a:p>
            <a:pPr algn="l">
              <a:defRPr sz="1000" b="0">
                <a:solidFill>
                  <a:srgbClr val="FFFFFF"/>
                </a:solidFill>
              </a:defRPr>
            </a:pPr>
            <a:r>
              <a:t>ABC Glass</a:t>
            </a:r>
            <a:br/>
            <a:r>
              <a:t>in-transit</a:t>
            </a:r>
            <a:br/>
            <a:r>
              <a:t>shipments</a:t>
            </a:r>
          </a:p>
        </p:txBody>
      </p:sp>
      <p:sp>
        <p:nvSpPr>
          <p:cNvPr id="9" name="Rounded Rectangle 8"/>
          <p:cNvSpPr/>
          <p:nvPr/>
        </p:nvSpPr>
        <p:spPr>
          <a:xfrm>
            <a:off x="2514600" y="1371600"/>
            <a:ext cx="1965960" cy="2103120"/>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0320" y="1417320"/>
            <a:ext cx="320040" cy="3200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29B5E8"/>
                </a:solidFill>
              </a:defRPr>
            </a:pPr>
            <a:r>
              <a:t>2</a:t>
            </a:r>
          </a:p>
        </p:txBody>
      </p:sp>
      <p:sp>
        <p:nvSpPr>
          <p:cNvPr id="11" name="TextBox 10"/>
          <p:cNvSpPr txBox="1"/>
          <p:nvPr/>
        </p:nvSpPr>
        <p:spPr>
          <a:xfrm>
            <a:off x="2926080" y="1444752"/>
            <a:ext cx="1463040" cy="274320"/>
          </a:xfrm>
          <a:prstGeom prst="rect">
            <a:avLst/>
          </a:prstGeom>
          <a:noFill/>
        </p:spPr>
        <p:txBody>
          <a:bodyPr wrap="square">
            <a:spAutoFit/>
          </a:bodyPr>
          <a:lstStyle/>
          <a:p>
            <a:pPr algn="l">
              <a:defRPr sz="900" b="1">
                <a:solidFill>
                  <a:srgbClr val="FFFFFF"/>
                </a:solidFill>
              </a:defRPr>
            </a:pPr>
            <a:r>
              <a:t>TRANSFER</a:t>
            </a:r>
          </a:p>
        </p:txBody>
      </p:sp>
      <p:sp>
        <p:nvSpPr>
          <p:cNvPr id="12" name="TextBox 11"/>
          <p:cNvSpPr txBox="1"/>
          <p:nvPr/>
        </p:nvSpPr>
        <p:spPr>
          <a:xfrm>
            <a:off x="2651760" y="1874519"/>
            <a:ext cx="1691640" cy="1371600"/>
          </a:xfrm>
          <a:prstGeom prst="rect">
            <a:avLst/>
          </a:prstGeom>
          <a:noFill/>
        </p:spPr>
        <p:txBody>
          <a:bodyPr wrap="square">
            <a:spAutoFit/>
          </a:bodyPr>
          <a:lstStyle/>
          <a:p>
            <a:pPr algn="l">
              <a:defRPr sz="1000" b="0">
                <a:solidFill>
                  <a:srgbClr val="FFFFFF"/>
                </a:solidFill>
              </a:defRPr>
            </a:pPr>
            <a:r>
              <a:t>Ohio → Alabama</a:t>
            </a:r>
            <a:br/>
            <a:r>
              <a:t>45d surplus</a:t>
            </a:r>
            <a:br/>
            <a:r>
              <a:t>2-day transit</a:t>
            </a:r>
          </a:p>
        </p:txBody>
      </p:sp>
      <p:sp>
        <p:nvSpPr>
          <p:cNvPr id="13" name="Rounded Rectangle 12"/>
          <p:cNvSpPr/>
          <p:nvPr/>
        </p:nvSpPr>
        <p:spPr>
          <a:xfrm>
            <a:off x="4663440" y="1371600"/>
            <a:ext cx="1965960" cy="2103120"/>
          </a:xfrm>
          <a:prstGeom prst="roundRect">
            <a:avLst/>
          </a:prstGeom>
          <a:solidFill>
            <a:srgbClr val="FF9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09160" y="1417320"/>
            <a:ext cx="320040" cy="3200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9F36"/>
                </a:solidFill>
              </a:defRPr>
            </a:pPr>
            <a:r>
              <a:t>3</a:t>
            </a:r>
          </a:p>
        </p:txBody>
      </p:sp>
      <p:sp>
        <p:nvSpPr>
          <p:cNvPr id="15" name="TextBox 14"/>
          <p:cNvSpPr txBox="1"/>
          <p:nvPr/>
        </p:nvSpPr>
        <p:spPr>
          <a:xfrm>
            <a:off x="5074920" y="1444752"/>
            <a:ext cx="1463040" cy="274320"/>
          </a:xfrm>
          <a:prstGeom prst="rect">
            <a:avLst/>
          </a:prstGeom>
          <a:noFill/>
        </p:spPr>
        <p:txBody>
          <a:bodyPr wrap="square">
            <a:spAutoFit/>
          </a:bodyPr>
          <a:lstStyle/>
          <a:p>
            <a:pPr algn="l">
              <a:defRPr sz="900" b="1">
                <a:solidFill>
                  <a:srgbClr val="FFFFFF"/>
                </a:solidFill>
              </a:defRPr>
            </a:pPr>
            <a:r>
              <a:t>QUALIFY ALT</a:t>
            </a:r>
          </a:p>
        </p:txBody>
      </p:sp>
      <p:sp>
        <p:nvSpPr>
          <p:cNvPr id="16" name="TextBox 15"/>
          <p:cNvSpPr txBox="1"/>
          <p:nvPr/>
        </p:nvSpPr>
        <p:spPr>
          <a:xfrm>
            <a:off x="4800600" y="1874519"/>
            <a:ext cx="1691640" cy="1371600"/>
          </a:xfrm>
          <a:prstGeom prst="rect">
            <a:avLst/>
          </a:prstGeom>
          <a:noFill/>
        </p:spPr>
        <p:txBody>
          <a:bodyPr wrap="square">
            <a:spAutoFit/>
          </a:bodyPr>
          <a:lstStyle/>
          <a:p>
            <a:pPr algn="l">
              <a:defRPr sz="1000" b="0">
                <a:solidFill>
                  <a:srgbClr val="FFFFFF"/>
                </a:solidFill>
              </a:defRPr>
            </a:pPr>
            <a:r>
              <a:t>Guardian Glass</a:t>
            </a:r>
            <a:br/>
            <a:r>
              <a:t>Emergency</a:t>
            </a:r>
            <a:br/>
            <a:r>
              <a:t>supply</a:t>
            </a:r>
          </a:p>
        </p:txBody>
      </p:sp>
      <p:sp>
        <p:nvSpPr>
          <p:cNvPr id="17" name="Rounded Rectangle 16"/>
          <p:cNvSpPr/>
          <p:nvPr/>
        </p:nvSpPr>
        <p:spPr>
          <a:xfrm>
            <a:off x="6812280" y="1371600"/>
            <a:ext cx="1965960" cy="2103120"/>
          </a:xfrm>
          <a:prstGeom prst="roundRect">
            <a:avLst/>
          </a:prstGeom>
          <a:solidFill>
            <a:srgbClr val="7D4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858000" y="1417320"/>
            <a:ext cx="320040" cy="3200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D44CF"/>
                </a:solidFill>
              </a:defRPr>
            </a:pPr>
            <a:r>
              <a:t>4</a:t>
            </a:r>
          </a:p>
        </p:txBody>
      </p:sp>
      <p:sp>
        <p:nvSpPr>
          <p:cNvPr id="19" name="TextBox 18"/>
          <p:cNvSpPr txBox="1"/>
          <p:nvPr/>
        </p:nvSpPr>
        <p:spPr>
          <a:xfrm>
            <a:off x="7223760" y="1444752"/>
            <a:ext cx="1463040" cy="274320"/>
          </a:xfrm>
          <a:prstGeom prst="rect">
            <a:avLst/>
          </a:prstGeom>
          <a:noFill/>
        </p:spPr>
        <p:txBody>
          <a:bodyPr wrap="square">
            <a:spAutoFit/>
          </a:bodyPr>
          <a:lstStyle/>
          <a:p>
            <a:pPr algn="l">
              <a:defRPr sz="900" b="1">
                <a:solidFill>
                  <a:srgbClr val="FFFFFF"/>
                </a:solidFill>
              </a:defRPr>
            </a:pPr>
            <a:r>
              <a:t>PRIORITIZE</a:t>
            </a:r>
          </a:p>
        </p:txBody>
      </p:sp>
      <p:sp>
        <p:nvSpPr>
          <p:cNvPr id="20" name="TextBox 19"/>
          <p:cNvSpPr txBox="1"/>
          <p:nvPr/>
        </p:nvSpPr>
        <p:spPr>
          <a:xfrm>
            <a:off x="6949440" y="1874519"/>
            <a:ext cx="1691640" cy="1371600"/>
          </a:xfrm>
          <a:prstGeom prst="rect">
            <a:avLst/>
          </a:prstGeom>
          <a:noFill/>
        </p:spPr>
        <p:txBody>
          <a:bodyPr wrap="square">
            <a:spAutoFit/>
          </a:bodyPr>
          <a:lstStyle/>
          <a:p>
            <a:pPr algn="l">
              <a:defRPr sz="1000" b="0">
                <a:solidFill>
                  <a:srgbClr val="FFFFFF"/>
                </a:solidFill>
              </a:defRPr>
            </a:pPr>
            <a:r>
              <a:t>NextEra Q2</a:t>
            </a:r>
            <a:br/>
            <a:r>
              <a:t>Invenergy</a:t>
            </a:r>
            <a:br/>
            <a:r>
              <a:t>Magnolia</a:t>
            </a:r>
          </a:p>
        </p:txBody>
      </p:sp>
      <p:sp>
        <p:nvSpPr>
          <p:cNvPr id="21" name="Rounded Rectangle 20"/>
          <p:cNvSpPr/>
          <p:nvPr/>
        </p:nvSpPr>
        <p:spPr>
          <a:xfrm>
            <a:off x="365760" y="3657600"/>
            <a:ext cx="8321040" cy="640080"/>
          </a:xfrm>
          <a:prstGeom prst="roundRect">
            <a:avLst/>
          </a:prstGeom>
          <a:solidFill>
            <a:srgbClr val="00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703320"/>
            <a:ext cx="7955279" cy="274320"/>
          </a:xfrm>
          <a:prstGeom prst="rect">
            <a:avLst/>
          </a:prstGeom>
          <a:noFill/>
        </p:spPr>
        <p:txBody>
          <a:bodyPr wrap="square">
            <a:spAutoFit/>
          </a:bodyPr>
          <a:lstStyle/>
          <a:p>
            <a:pPr algn="l">
              <a:defRPr sz="900" b="1">
                <a:solidFill>
                  <a:srgbClr val="71D3DC"/>
                </a:solidFill>
              </a:defRPr>
            </a:pPr>
            <a:r>
              <a:t>CLOSE:</a:t>
            </a:r>
          </a:p>
        </p:txBody>
      </p:sp>
      <p:sp>
        <p:nvSpPr>
          <p:cNvPr id="23" name="TextBox 22"/>
          <p:cNvSpPr txBox="1"/>
          <p:nvPr/>
        </p:nvSpPr>
        <p:spPr>
          <a:xfrm>
            <a:off x="548640" y="3931920"/>
            <a:ext cx="7955279" cy="320040"/>
          </a:xfrm>
          <a:prstGeom prst="rect">
            <a:avLst/>
          </a:prstGeom>
          <a:noFill/>
        </p:spPr>
        <p:txBody>
          <a:bodyPr wrap="square">
            <a:spAutoFit/>
          </a:bodyPr>
          <a:lstStyle/>
          <a:p>
            <a:pPr algn="l">
              <a:defRPr sz="1000" b="0">
                <a:solidFill>
                  <a:srgbClr val="FFFFFF"/>
                </a:solidFill>
              </a:defRPr>
            </a:pPr>
            <a:r>
              <a:t>“Because the data stays in Snowflake, you choose the model, control the cost, and keep a human in the loop.”</a:t>
            </a:r>
          </a:p>
        </p:txBody>
      </p:sp>
      <p:sp>
        <p:nvSpPr>
          <p:cNvPr id="24" name="TextBox 23"/>
          <p:cNvSpPr txBox="1"/>
          <p:nvPr/>
        </p:nvSpPr>
        <p:spPr>
          <a:xfrm>
            <a:off x="365760" y="4434840"/>
            <a:ext cx="8229600" cy="274320"/>
          </a:xfrm>
          <a:prstGeom prst="rect">
            <a:avLst/>
          </a:prstGeom>
          <a:noFill/>
        </p:spPr>
        <p:txBody>
          <a:bodyPr wrap="square">
            <a:spAutoFit/>
          </a:bodyPr>
          <a:lstStyle/>
          <a:p>
            <a:pPr algn="l">
              <a:defRPr sz="800" b="1">
                <a:solidFill>
                  <a:srgbClr val="FF9F36"/>
                </a:solidFill>
              </a:defRPr>
            </a:pPr>
            <a:r>
              <a:t>Ties to cost/guardrails concern.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Impact — Land It in Their Units</a:t>
            </a:r>
          </a:p>
        </p:txBody>
      </p:sp>
      <p:sp>
        <p:nvSpPr>
          <p:cNvPr id="3" name="Subtitle 2"/>
          <p:cNvSpPr>
            <a:spLocks noGrp="1"/>
          </p:cNvSpPr>
          <p:nvPr>
            <p:ph type="subTitle" idx="1"/>
          </p:nvPr>
        </p:nvSpPr>
        <p:spPr/>
        <p:txBody>
          <a:bodyPr/>
          <a:lstStyle/>
          <a:p>
            <a:r>
              <a:t>Quantify in MW and $ — that’s how the CSCO thinks</a:t>
            </a:r>
          </a:p>
        </p:txBody>
      </p:sp>
      <p:sp>
        <p:nvSpPr>
          <p:cNvPr id="4" name="Content Placeholder 3"/>
          <p:cNvSpPr>
            <a:spLocks noGrp="1"/>
          </p:cNvSpPr>
          <p:nvPr>
            <p:ph idx="16" sz="quarter"/>
          </p:nvPr>
        </p:nvSpPr>
        <p:spPr/>
        <p:txBody>
          <a:bodyPr/>
          <a:lstStyle/>
          <a:p/>
        </p:txBody>
      </p:sp>
      <p:sp>
        <p:nvSpPr>
          <p:cNvPr id="5" name="Content Placeholder 4"/>
          <p:cNvSpPr>
            <a:spLocks noGrp="1"/>
          </p:cNvSpPr>
          <p:nvPr>
            <p:ph idx="17" sz="quarter"/>
          </p:nvPr>
        </p:nvSpPr>
        <p:spPr/>
        <p:txBody>
          <a:bodyPr/>
          <a:lstStyle/>
          <a:p/>
        </p:txBody>
      </p:sp>
      <p:sp>
        <p:nvSpPr>
          <p:cNvPr id="6" name="Rounded Rectangle 5"/>
          <p:cNvSpPr/>
          <p:nvPr/>
        </p:nvSpPr>
        <p:spPr>
          <a:xfrm>
            <a:off x="365760" y="1463040"/>
            <a:ext cx="3931920" cy="2286000"/>
          </a:xfrm>
          <a:prstGeom prst="roundRect">
            <a:avLst/>
          </a:prstGeom>
          <a:solidFill>
            <a:srgbClr val="00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54480"/>
            <a:ext cx="3566160" cy="274320"/>
          </a:xfrm>
          <a:prstGeom prst="rect">
            <a:avLst/>
          </a:prstGeom>
          <a:noFill/>
        </p:spPr>
        <p:txBody>
          <a:bodyPr wrap="square">
            <a:spAutoFit/>
          </a:bodyPr>
          <a:lstStyle/>
          <a:p>
            <a:pPr algn="ctr">
              <a:defRPr sz="900" b="1">
                <a:solidFill>
                  <a:srgbClr val="71D3DC"/>
                </a:solidFill>
              </a:defRPr>
            </a:pPr>
            <a:r>
              <a:t>PRODUCTION AT RISK</a:t>
            </a:r>
          </a:p>
        </p:txBody>
      </p:sp>
      <p:sp>
        <p:nvSpPr>
          <p:cNvPr id="8" name="TextBox 7"/>
          <p:cNvSpPr txBox="1"/>
          <p:nvPr/>
        </p:nvSpPr>
        <p:spPr>
          <a:xfrm>
            <a:off x="548640" y="1920240"/>
            <a:ext cx="3566160" cy="822960"/>
          </a:xfrm>
          <a:prstGeom prst="rect">
            <a:avLst/>
          </a:prstGeom>
          <a:noFill/>
        </p:spPr>
        <p:txBody>
          <a:bodyPr wrap="square">
            <a:spAutoFit/>
          </a:bodyPr>
          <a:lstStyle/>
          <a:p>
            <a:pPr algn="ctr">
              <a:defRPr sz="3600" b="1">
                <a:solidFill>
                  <a:srgbClr val="FF9F36"/>
                </a:solidFill>
              </a:defRPr>
            </a:pPr>
            <a:r>
              <a:t>~134 MW</a:t>
            </a:r>
          </a:p>
        </p:txBody>
      </p:sp>
      <p:sp>
        <p:nvSpPr>
          <p:cNvPr id="9" name="TextBox 8"/>
          <p:cNvSpPr txBox="1"/>
          <p:nvPr/>
        </p:nvSpPr>
        <p:spPr>
          <a:xfrm>
            <a:off x="548640" y="2743200"/>
            <a:ext cx="3566160" cy="365760"/>
          </a:xfrm>
          <a:prstGeom prst="rect">
            <a:avLst/>
          </a:prstGeom>
          <a:noFill/>
        </p:spPr>
        <p:txBody>
          <a:bodyPr wrap="square">
            <a:spAutoFit/>
          </a:bodyPr>
          <a:lstStyle/>
          <a:p>
            <a:pPr algn="ctr">
              <a:defRPr sz="1400" b="1">
                <a:solidFill>
                  <a:srgbClr val="FFFFFF"/>
                </a:solidFill>
              </a:defRPr>
            </a:pPr>
            <a:r>
              <a:t>~$40M Revenue Exposure</a:t>
            </a:r>
          </a:p>
        </p:txBody>
      </p:sp>
      <p:sp>
        <p:nvSpPr>
          <p:cNvPr id="10" name="TextBox 9"/>
          <p:cNvSpPr txBox="1"/>
          <p:nvPr/>
        </p:nvSpPr>
        <p:spPr>
          <a:xfrm>
            <a:off x="548640" y="3200400"/>
            <a:ext cx="3566160" cy="274320"/>
          </a:xfrm>
          <a:prstGeom prst="rect">
            <a:avLst/>
          </a:prstGeom>
          <a:noFill/>
        </p:spPr>
        <p:txBody>
          <a:bodyPr wrap="square">
            <a:spAutoFit/>
          </a:bodyPr>
          <a:lstStyle/>
          <a:p>
            <a:pPr algn="ctr">
              <a:defRPr sz="900" b="0">
                <a:solidFill>
                  <a:srgbClr val="8A999E"/>
                </a:solidFill>
              </a:defRPr>
            </a:pPr>
            <a:r>
              <a:t>14d × 9.6 MW/day @ $0.30/W</a:t>
            </a:r>
          </a:p>
        </p:txBody>
      </p:sp>
      <p:sp>
        <p:nvSpPr>
          <p:cNvPr id="11" name="TextBox 10"/>
          <p:cNvSpPr txBox="1"/>
          <p:nvPr/>
        </p:nvSpPr>
        <p:spPr>
          <a:xfrm>
            <a:off x="4754880" y="1463040"/>
            <a:ext cx="3931920" cy="2743200"/>
          </a:xfrm>
          <a:prstGeom prst="rect">
            <a:avLst/>
          </a:prstGeom>
          <a:noFill/>
        </p:spPr>
        <p:txBody>
          <a:bodyPr wrap="square">
            <a:spAutoFit/>
          </a:bodyPr>
          <a:lstStyle/>
          <a:p>
            <a:pPr>
              <a:defRPr sz="1000">
                <a:solidFill>
                  <a:srgbClr val="24323D"/>
                </a:solidFill>
              </a:defRPr>
            </a:pPr>
            <a:r>
              <a:t>Alabama: 3,500 MW ÷ 365 = 9.6 MW/day</a:t>
            </a:r>
          </a:p>
          <a:p>
            <a:pPr>
              <a:spcBef>
                <a:spcPts val="400"/>
              </a:spcBef>
              <a:defRPr sz="1000">
                <a:solidFill>
                  <a:srgbClr val="24323D"/>
                </a:solidFill>
              </a:defRPr>
            </a:pPr>
          </a:p>
          <a:p>
            <a:pPr>
              <a:spcBef>
                <a:spcPts val="400"/>
              </a:spcBef>
              <a:defRPr sz="1000">
                <a:solidFill>
                  <a:srgbClr val="24323D"/>
                </a:solidFill>
              </a:defRPr>
            </a:pPr>
            <a:r>
              <a:t>Glass coverage: 18 days</a:t>
            </a:r>
          </a:p>
          <a:p>
            <a:pPr>
              <a:spcBef>
                <a:spcPts val="400"/>
              </a:spcBef>
              <a:defRPr sz="1000">
                <a:solidFill>
                  <a:srgbClr val="24323D"/>
                </a:solidFill>
              </a:defRPr>
            </a:pPr>
          </a:p>
          <a:p>
            <a:pPr>
              <a:spcBef>
                <a:spcPts val="400"/>
              </a:spcBef>
              <a:defRPr sz="1000">
                <a:solidFill>
                  <a:srgbClr val="24323D"/>
                </a:solidFill>
              </a:defRPr>
            </a:pPr>
            <a:r>
              <a:t>2-week delay beyond coverage:</a:t>
            </a:r>
          </a:p>
          <a:p>
            <a:pPr>
              <a:spcBef>
                <a:spcPts val="400"/>
              </a:spcBef>
              <a:defRPr sz="1000">
                <a:solidFill>
                  <a:srgbClr val="24323D"/>
                </a:solidFill>
              </a:defRPr>
            </a:pPr>
            <a:r>
              <a:t>  14 × 9.6 = 134 MW</a:t>
            </a:r>
          </a:p>
          <a:p>
            <a:pPr>
              <a:spcBef>
                <a:spcPts val="400"/>
              </a:spcBef>
              <a:defRPr sz="1000">
                <a:solidFill>
                  <a:srgbClr val="24323D"/>
                </a:solidFill>
              </a:defRPr>
            </a:pPr>
          </a:p>
          <a:p>
            <a:pPr>
              <a:spcBef>
                <a:spcPts val="400"/>
              </a:spcBef>
              <a:defRPr sz="1000">
                <a:solidFill>
                  <a:srgbClr val="24323D"/>
                </a:solidFill>
              </a:defRPr>
            </a:pPr>
            <a:r>
              <a:t>At $0.30/W module ASP:</a:t>
            </a:r>
          </a:p>
          <a:p>
            <a:pPr>
              <a:spcBef>
                <a:spcPts val="400"/>
              </a:spcBef>
              <a:defRPr sz="1000">
                <a:solidFill>
                  <a:srgbClr val="24323D"/>
                </a:solidFill>
              </a:defRPr>
            </a:pPr>
            <a:r>
              <a:t>  134 MW = ~$40M revenue</a:t>
            </a:r>
          </a:p>
          <a:p>
            <a:pPr>
              <a:spcBef>
                <a:spcPts val="400"/>
              </a:spcBef>
              <a:defRPr sz="1000">
                <a:solidFill>
                  <a:srgbClr val="24323D"/>
                </a:solidFill>
              </a:defRPr>
            </a:pPr>
          </a:p>
          <a:p>
            <a:pPr>
              <a:spcBef>
                <a:spcPts val="400"/>
              </a:spcBef>
              <a:defRPr sz="1000">
                <a:solidFill>
                  <a:srgbClr val="24323D"/>
                </a:solidFill>
              </a:defRPr>
            </a:pPr>
            <a:r>
              <a:t>Customers at risk:</a:t>
            </a:r>
          </a:p>
          <a:p>
            <a:pPr>
              <a:spcBef>
                <a:spcPts val="400"/>
              </a:spcBef>
              <a:defRPr sz="1000">
                <a:solidFill>
                  <a:srgbClr val="24323D"/>
                </a:solidFill>
              </a:defRPr>
            </a:pPr>
            <a:r>
              <a:t>  • NextEra Q2 commissioning</a:t>
            </a:r>
          </a:p>
          <a:p>
            <a:pPr>
              <a:spcBef>
                <a:spcPts val="400"/>
              </a:spcBef>
              <a:defRPr sz="1000">
                <a:solidFill>
                  <a:srgbClr val="24323D"/>
                </a:solidFill>
              </a:defRPr>
            </a:pPr>
            <a:r>
              <a:t>  • Invenergy Magnolia Solar</a:t>
            </a:r>
          </a:p>
        </p:txBody>
      </p:sp>
      <p:sp>
        <p:nvSpPr>
          <p:cNvPr id="12" name="TextBox 11"/>
          <p:cNvSpPr txBox="1"/>
          <p:nvPr/>
        </p:nvSpPr>
        <p:spPr>
          <a:xfrm>
            <a:off x="365760" y="4114800"/>
            <a:ext cx="8229600" cy="365760"/>
          </a:xfrm>
          <a:prstGeom prst="rect">
            <a:avLst/>
          </a:prstGeom>
          <a:noFill/>
        </p:spPr>
        <p:txBody>
          <a:bodyPr wrap="square">
            <a:spAutoFit/>
          </a:bodyPr>
          <a:lstStyle/>
          <a:p>
            <a:pPr algn="l">
              <a:defRPr sz="900" b="1">
                <a:solidFill>
                  <a:srgbClr val="FF9F36"/>
                </a:solidFill>
              </a:defRPr>
            </a:pPr>
            <a:r>
              <a:t>ALWAYS quantify in MW and $. A number makes them lean 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 Architecture — 11 Tools</a:t>
            </a:r>
          </a:p>
        </p:txBody>
      </p:sp>
      <p:sp>
        <p:nvSpPr>
          <p:cNvPr id="3" name="Subtitle 2"/>
          <p:cNvSpPr>
            <a:spLocks noGrp="1"/>
          </p:cNvSpPr>
          <p:nvPr>
            <p:ph type="subTitle" idx="1"/>
          </p:nvPr>
        </p:nvSpPr>
        <p:spPr/>
        <p:txBody>
          <a:bodyPr/>
          <a:lstStyle/>
          <a:p/>
        </p:txBody>
      </p:sp>
      <p:sp>
        <p:nvSpPr>
          <p:cNvPr id="4" name="Content Placeholder 3"/>
          <p:cNvSpPr>
            <a:spLocks noGrp="1"/>
          </p:cNvSpPr>
          <p:nvPr>
            <p:ph idx="19"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21" sz="quarter"/>
          </p:nvPr>
        </p:nvSpPr>
        <p:spPr/>
        <p:txBody>
          <a:bodyPr/>
          <a:lstStyle/>
          <a:p/>
        </p:txBody>
      </p:sp>
      <p:sp>
        <p:nvSpPr>
          <p:cNvPr id="7" name="Rounded Rectangle 6"/>
          <p:cNvSpPr/>
          <p:nvPr/>
        </p:nvSpPr>
        <p:spPr>
          <a:xfrm>
            <a:off x="365760" y="1280160"/>
            <a:ext cx="2651760" cy="365760"/>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Cortex Analyst</a:t>
            </a:r>
          </a:p>
        </p:txBody>
      </p:sp>
      <p:sp>
        <p:nvSpPr>
          <p:cNvPr id="8" name="Rounded Rectangle 7"/>
          <p:cNvSpPr/>
          <p:nvPr/>
        </p:nvSpPr>
        <p:spPr>
          <a:xfrm>
            <a:off x="365760" y="1737360"/>
            <a:ext cx="2651760" cy="548640"/>
          </a:xfrm>
          <a:prstGeom prst="roundRect">
            <a:avLst/>
          </a:prstGeom>
          <a:solidFill>
            <a:srgbClr val="24323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SupplyChainOps</a:t>
            </a:r>
            <a:br/>
            <a:r>
              <a:t>(8 tables)</a:t>
            </a:r>
          </a:p>
        </p:txBody>
      </p:sp>
      <p:sp>
        <p:nvSpPr>
          <p:cNvPr id="9" name="Rounded Rectangle 8"/>
          <p:cNvSpPr/>
          <p:nvPr/>
        </p:nvSpPr>
        <p:spPr>
          <a:xfrm>
            <a:off x="365760" y="2377439"/>
            <a:ext cx="2651760" cy="548640"/>
          </a:xfrm>
          <a:prstGeom prst="roundRect">
            <a:avLst/>
          </a:prstGeom>
          <a:solidFill>
            <a:srgbClr val="24323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ManufacturingDemand</a:t>
            </a:r>
            <a:br/>
            <a:r>
              <a:t>(6 tables)</a:t>
            </a:r>
          </a:p>
        </p:txBody>
      </p:sp>
      <p:sp>
        <p:nvSpPr>
          <p:cNvPr id="10" name="Rounded Rectangle 9"/>
          <p:cNvSpPr/>
          <p:nvPr/>
        </p:nvSpPr>
        <p:spPr>
          <a:xfrm>
            <a:off x="365760" y="3017520"/>
            <a:ext cx="2651760" cy="548640"/>
          </a:xfrm>
          <a:prstGeom prst="roundRect">
            <a:avLst/>
          </a:prstGeom>
          <a:solidFill>
            <a:srgbClr val="24323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RiskIntelligence</a:t>
            </a:r>
            <a:br/>
            <a:r>
              <a:t>(8 tables + ext)</a:t>
            </a:r>
          </a:p>
        </p:txBody>
      </p:sp>
      <p:sp>
        <p:nvSpPr>
          <p:cNvPr id="11" name="Rounded Rectangle 10"/>
          <p:cNvSpPr/>
          <p:nvPr/>
        </p:nvSpPr>
        <p:spPr>
          <a:xfrm>
            <a:off x="3291840" y="1280160"/>
            <a:ext cx="2651760" cy="36576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Cortex Search</a:t>
            </a:r>
          </a:p>
        </p:txBody>
      </p:sp>
      <p:sp>
        <p:nvSpPr>
          <p:cNvPr id="12" name="Rounded Rectangle 11"/>
          <p:cNvSpPr/>
          <p:nvPr/>
        </p:nvSpPr>
        <p:spPr>
          <a:xfrm>
            <a:off x="3291840" y="1737360"/>
            <a:ext cx="2651760" cy="548640"/>
          </a:xfrm>
          <a:prstGeom prst="roundRect">
            <a:avLst/>
          </a:prstGeom>
          <a:solidFill>
            <a:srgbClr val="24323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Operational Notes</a:t>
            </a:r>
          </a:p>
        </p:txBody>
      </p:sp>
      <p:sp>
        <p:nvSpPr>
          <p:cNvPr id="13" name="Rounded Rectangle 12"/>
          <p:cNvSpPr/>
          <p:nvPr/>
        </p:nvSpPr>
        <p:spPr>
          <a:xfrm>
            <a:off x="3291840" y="2377439"/>
            <a:ext cx="2651760" cy="548640"/>
          </a:xfrm>
          <a:prstGeom prst="roundRect">
            <a:avLst/>
          </a:prstGeom>
          <a:solidFill>
            <a:srgbClr val="24323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Supplier Events</a:t>
            </a:r>
          </a:p>
        </p:txBody>
      </p:sp>
      <p:sp>
        <p:nvSpPr>
          <p:cNvPr id="14" name="Rounded Rectangle 13"/>
          <p:cNvSpPr/>
          <p:nvPr/>
        </p:nvSpPr>
        <p:spPr>
          <a:xfrm>
            <a:off x="3291840" y="3017520"/>
            <a:ext cx="2651760" cy="548640"/>
          </a:xfrm>
          <a:prstGeom prst="roundRect">
            <a:avLst/>
          </a:prstGeom>
          <a:solidFill>
            <a:srgbClr val="24323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Risk Profiles</a:t>
            </a:r>
          </a:p>
        </p:txBody>
      </p:sp>
      <p:sp>
        <p:nvSpPr>
          <p:cNvPr id="15" name="Rounded Rectangle 14"/>
          <p:cNvSpPr/>
          <p:nvPr/>
        </p:nvSpPr>
        <p:spPr>
          <a:xfrm>
            <a:off x="3291840" y="3657599"/>
            <a:ext cx="2651760" cy="548640"/>
          </a:xfrm>
          <a:prstGeom prst="roundRect">
            <a:avLst/>
          </a:prstGeom>
          <a:solidFill>
            <a:srgbClr val="24323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External Signals</a:t>
            </a:r>
          </a:p>
        </p:txBody>
      </p:sp>
      <p:sp>
        <p:nvSpPr>
          <p:cNvPr id="16" name="Rounded Rectangle 15"/>
          <p:cNvSpPr/>
          <p:nvPr/>
        </p:nvSpPr>
        <p:spPr>
          <a:xfrm>
            <a:off x="6217920" y="1280160"/>
            <a:ext cx="2651760" cy="365760"/>
          </a:xfrm>
          <a:prstGeom prst="roundRect">
            <a:avLst/>
          </a:prstGeom>
          <a:solidFill>
            <a:srgbClr val="FF9F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UDF Functions</a:t>
            </a:r>
          </a:p>
        </p:txBody>
      </p:sp>
      <p:sp>
        <p:nvSpPr>
          <p:cNvPr id="17" name="Rounded Rectangle 16"/>
          <p:cNvSpPr/>
          <p:nvPr/>
        </p:nvSpPr>
        <p:spPr>
          <a:xfrm>
            <a:off x="6217920" y="1737360"/>
            <a:ext cx="2651760" cy="548640"/>
          </a:xfrm>
          <a:prstGeom prst="roundRect">
            <a:avLst/>
          </a:prstGeom>
          <a:solidFill>
            <a:srgbClr val="24323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Stockout Predictor</a:t>
            </a:r>
          </a:p>
        </p:txBody>
      </p:sp>
      <p:sp>
        <p:nvSpPr>
          <p:cNvPr id="18" name="Rounded Rectangle 17"/>
          <p:cNvSpPr/>
          <p:nvPr/>
        </p:nvSpPr>
        <p:spPr>
          <a:xfrm>
            <a:off x="6217920" y="2377439"/>
            <a:ext cx="2651760" cy="548640"/>
          </a:xfrm>
          <a:prstGeom prst="roundRect">
            <a:avLst/>
          </a:prstGeom>
          <a:solidFill>
            <a:srgbClr val="24323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Demand Forecast</a:t>
            </a:r>
          </a:p>
        </p:txBody>
      </p:sp>
      <p:sp>
        <p:nvSpPr>
          <p:cNvPr id="19" name="Rounded Rectangle 18"/>
          <p:cNvSpPr/>
          <p:nvPr/>
        </p:nvSpPr>
        <p:spPr>
          <a:xfrm>
            <a:off x="6217920" y="3017520"/>
            <a:ext cx="2651760" cy="548640"/>
          </a:xfrm>
          <a:prstGeom prst="roundRect">
            <a:avLst/>
          </a:prstGeom>
          <a:solidFill>
            <a:srgbClr val="24323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Material Risk</a:t>
            </a:r>
          </a:p>
        </p:txBody>
      </p:sp>
      <p:sp>
        <p:nvSpPr>
          <p:cNvPr id="20" name="Rounded Rectangle 19"/>
          <p:cNvSpPr/>
          <p:nvPr/>
        </p:nvSpPr>
        <p:spPr>
          <a:xfrm>
            <a:off x="6217920" y="3657599"/>
            <a:ext cx="2651760" cy="548640"/>
          </a:xfrm>
          <a:prstGeom prst="roundRect">
            <a:avLst/>
          </a:prstGeom>
          <a:solidFill>
            <a:srgbClr val="24323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Supply Chain KPIs</a:t>
            </a:r>
          </a:p>
        </p:txBody>
      </p:sp>
      <p:sp>
        <p:nvSpPr>
          <p:cNvPr id="21" name="Rounded Rectangle 20"/>
          <p:cNvSpPr/>
          <p:nvPr/>
        </p:nvSpPr>
        <p:spPr>
          <a:xfrm>
            <a:off x="365760" y="4572000"/>
            <a:ext cx="8321040" cy="320040"/>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FIRST_SOLAR_AGENT  |  YAML  |  15 Sample Questions  |  60s / 32K tokens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Flow — The Arc</a:t>
            </a:r>
          </a:p>
        </p:txBody>
      </p:sp>
      <p:sp>
        <p:nvSpPr>
          <p:cNvPr id="3" name="Subtitle 2"/>
          <p:cNvSpPr>
            <a:spLocks noGrp="1"/>
          </p:cNvSpPr>
          <p:nvPr>
            <p:ph type="subTitle" idx="1"/>
          </p:nvPr>
        </p:nvSpPr>
        <p:spPr/>
        <p:txBody>
          <a:bodyPr/>
          <a:lstStyle/>
          <a:p/>
        </p:txBody>
      </p:sp>
      <p:sp>
        <p:nvSpPr>
          <p:cNvPr id="4" name="Rounded Rectangle 3"/>
          <p:cNvSpPr/>
          <p:nvPr/>
        </p:nvSpPr>
        <p:spPr>
          <a:xfrm>
            <a:off x="274320" y="1371600"/>
            <a:ext cx="1920240" cy="13716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417320"/>
            <a:ext cx="1737360" cy="320040"/>
          </a:xfrm>
          <a:prstGeom prst="rect">
            <a:avLst/>
          </a:prstGeom>
          <a:noFill/>
        </p:spPr>
        <p:txBody>
          <a:bodyPr wrap="square">
            <a:spAutoFit/>
          </a:bodyPr>
          <a:lstStyle/>
          <a:p>
            <a:pPr algn="ctr">
              <a:defRPr sz="1000" b="1">
                <a:solidFill>
                  <a:srgbClr val="FFFFFF"/>
                </a:solidFill>
              </a:defRPr>
            </a:pPr>
            <a:r>
              <a:t>ACT 1</a:t>
            </a:r>
          </a:p>
        </p:txBody>
      </p:sp>
      <p:sp>
        <p:nvSpPr>
          <p:cNvPr id="6" name="TextBox 5"/>
          <p:cNvSpPr txBox="1"/>
          <p:nvPr/>
        </p:nvSpPr>
        <p:spPr>
          <a:xfrm>
            <a:off x="365760" y="1783080"/>
            <a:ext cx="1737360" cy="822960"/>
          </a:xfrm>
          <a:prstGeom prst="rect">
            <a:avLst/>
          </a:prstGeom>
          <a:noFill/>
        </p:spPr>
        <p:txBody>
          <a:bodyPr wrap="square">
            <a:spAutoFit/>
          </a:bodyPr>
          <a:lstStyle/>
          <a:p>
            <a:pPr algn="ctr">
              <a:defRPr sz="1000" b="0">
                <a:solidFill>
                  <a:srgbClr val="FFFFFF"/>
                </a:solidFill>
              </a:defRPr>
            </a:pPr>
            <a:r>
              <a:t>Oracle:</a:t>
            </a:r>
            <a:br/>
            <a:r>
              <a:t>no risk</a:t>
            </a:r>
          </a:p>
        </p:txBody>
      </p:sp>
      <p:sp>
        <p:nvSpPr>
          <p:cNvPr id="7" name="Chevron 6"/>
          <p:cNvSpPr/>
          <p:nvPr/>
        </p:nvSpPr>
        <p:spPr>
          <a:xfrm>
            <a:off x="2194560" y="1737360"/>
            <a:ext cx="228600" cy="640080"/>
          </a:xfrm>
          <a:prstGeom prst="chevron">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468879" y="1371600"/>
            <a:ext cx="1920240" cy="1371600"/>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0" y="1417320"/>
            <a:ext cx="1737360" cy="320040"/>
          </a:xfrm>
          <a:prstGeom prst="rect">
            <a:avLst/>
          </a:prstGeom>
          <a:noFill/>
        </p:spPr>
        <p:txBody>
          <a:bodyPr wrap="square">
            <a:spAutoFit/>
          </a:bodyPr>
          <a:lstStyle/>
          <a:p>
            <a:pPr algn="ctr">
              <a:defRPr sz="1000" b="1">
                <a:solidFill>
                  <a:srgbClr val="FFFFFF"/>
                </a:solidFill>
              </a:defRPr>
            </a:pPr>
            <a:r>
              <a:t>ACT 2</a:t>
            </a:r>
          </a:p>
        </p:txBody>
      </p:sp>
      <p:sp>
        <p:nvSpPr>
          <p:cNvPr id="10" name="TextBox 9"/>
          <p:cNvSpPr txBox="1"/>
          <p:nvPr/>
        </p:nvSpPr>
        <p:spPr>
          <a:xfrm>
            <a:off x="2560320" y="1783080"/>
            <a:ext cx="1737360" cy="822960"/>
          </a:xfrm>
          <a:prstGeom prst="rect">
            <a:avLst/>
          </a:prstGeom>
          <a:noFill/>
        </p:spPr>
        <p:txBody>
          <a:bodyPr wrap="square">
            <a:spAutoFit/>
          </a:bodyPr>
          <a:lstStyle/>
          <a:p>
            <a:pPr algn="ctr">
              <a:defRPr sz="1000" b="0">
                <a:solidFill>
                  <a:srgbClr val="FFFFFF"/>
                </a:solidFill>
              </a:defRPr>
            </a:pPr>
            <a:r>
              <a:t>+ Mfg</a:t>
            </a:r>
            <a:br/>
            <a:r>
              <a:t>context</a:t>
            </a:r>
          </a:p>
        </p:txBody>
      </p:sp>
      <p:sp>
        <p:nvSpPr>
          <p:cNvPr id="11" name="Chevron 10"/>
          <p:cNvSpPr/>
          <p:nvPr/>
        </p:nvSpPr>
        <p:spPr>
          <a:xfrm>
            <a:off x="4389120" y="1737360"/>
            <a:ext cx="228600" cy="640080"/>
          </a:xfrm>
          <a:prstGeom prst="chevron">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663440" y="1371600"/>
            <a:ext cx="1920240" cy="1371600"/>
          </a:xfrm>
          <a:prstGeom prst="roundRect">
            <a:avLst/>
          </a:prstGeom>
          <a:solidFill>
            <a:srgbClr val="FF9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79" y="1417320"/>
            <a:ext cx="1737360" cy="320040"/>
          </a:xfrm>
          <a:prstGeom prst="rect">
            <a:avLst/>
          </a:prstGeom>
          <a:noFill/>
        </p:spPr>
        <p:txBody>
          <a:bodyPr wrap="square">
            <a:spAutoFit/>
          </a:bodyPr>
          <a:lstStyle/>
          <a:p>
            <a:pPr algn="ctr">
              <a:defRPr sz="1000" b="1">
                <a:solidFill>
                  <a:srgbClr val="FFFFFF"/>
                </a:solidFill>
              </a:defRPr>
            </a:pPr>
            <a:r>
              <a:t>ACT 3</a:t>
            </a:r>
          </a:p>
        </p:txBody>
      </p:sp>
      <p:sp>
        <p:nvSpPr>
          <p:cNvPr id="14" name="TextBox 13"/>
          <p:cNvSpPr txBox="1"/>
          <p:nvPr/>
        </p:nvSpPr>
        <p:spPr>
          <a:xfrm>
            <a:off x="4754879" y="1783080"/>
            <a:ext cx="1737360" cy="822960"/>
          </a:xfrm>
          <a:prstGeom prst="rect">
            <a:avLst/>
          </a:prstGeom>
          <a:noFill/>
        </p:spPr>
        <p:txBody>
          <a:bodyPr wrap="square">
            <a:spAutoFit/>
          </a:bodyPr>
          <a:lstStyle/>
          <a:p>
            <a:pPr algn="ctr">
              <a:defRPr sz="1000" b="0">
                <a:solidFill>
                  <a:srgbClr val="FFFFFF"/>
                </a:solidFill>
              </a:defRPr>
            </a:pPr>
            <a:r>
              <a:t>+ External</a:t>
            </a:r>
            <a:br/>
            <a:r>
              <a:t>risk found</a:t>
            </a:r>
          </a:p>
        </p:txBody>
      </p:sp>
      <p:sp>
        <p:nvSpPr>
          <p:cNvPr id="15" name="Chevron 14"/>
          <p:cNvSpPr/>
          <p:nvPr/>
        </p:nvSpPr>
        <p:spPr>
          <a:xfrm>
            <a:off x="6583679" y="1737360"/>
            <a:ext cx="228600" cy="640080"/>
          </a:xfrm>
          <a:prstGeom prst="chevron">
            <a:avLst/>
          </a:prstGeom>
          <a:solidFill>
            <a:srgbClr val="FF9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857999" y="1371600"/>
            <a:ext cx="1920240" cy="1371600"/>
          </a:xfrm>
          <a:prstGeom prst="roundRect">
            <a:avLst/>
          </a:prstGeom>
          <a:solidFill>
            <a:srgbClr val="7D4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39" y="1417320"/>
            <a:ext cx="1737360" cy="320040"/>
          </a:xfrm>
          <a:prstGeom prst="rect">
            <a:avLst/>
          </a:prstGeom>
          <a:noFill/>
        </p:spPr>
        <p:txBody>
          <a:bodyPr wrap="square">
            <a:spAutoFit/>
          </a:bodyPr>
          <a:lstStyle/>
          <a:p>
            <a:pPr algn="ctr">
              <a:defRPr sz="1000" b="1">
                <a:solidFill>
                  <a:srgbClr val="FFFFFF"/>
                </a:solidFill>
              </a:defRPr>
            </a:pPr>
            <a:r>
              <a:t>ACT 4</a:t>
            </a:r>
          </a:p>
        </p:txBody>
      </p:sp>
      <p:sp>
        <p:nvSpPr>
          <p:cNvPr id="18" name="TextBox 17"/>
          <p:cNvSpPr txBox="1"/>
          <p:nvPr/>
        </p:nvSpPr>
        <p:spPr>
          <a:xfrm>
            <a:off x="6949439" y="1783080"/>
            <a:ext cx="1737360" cy="822960"/>
          </a:xfrm>
          <a:prstGeom prst="rect">
            <a:avLst/>
          </a:prstGeom>
          <a:noFill/>
        </p:spPr>
        <p:txBody>
          <a:bodyPr wrap="square">
            <a:spAutoFit/>
          </a:bodyPr>
          <a:lstStyle/>
          <a:p>
            <a:pPr algn="ctr">
              <a:defRPr sz="1000" b="0">
                <a:solidFill>
                  <a:srgbClr val="FFFFFF"/>
                </a:solidFill>
              </a:defRPr>
            </a:pPr>
            <a:r>
              <a:t>Recommend</a:t>
            </a:r>
            <a:br/>
            <a:r>
              <a:t>action</a:t>
            </a:r>
          </a:p>
        </p:txBody>
      </p:sp>
      <p:sp>
        <p:nvSpPr>
          <p:cNvPr id="19" name="Rounded Rectangle 18"/>
          <p:cNvSpPr/>
          <p:nvPr/>
        </p:nvSpPr>
        <p:spPr>
          <a:xfrm>
            <a:off x="274320" y="3017520"/>
            <a:ext cx="8503920" cy="1371600"/>
          </a:xfrm>
          <a:prstGeom prst="roundRect">
            <a:avLst/>
          </a:prstGeom>
          <a:solidFill>
            <a:srgbClr val="00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108960"/>
            <a:ext cx="8229600" cy="1188720"/>
          </a:xfrm>
          <a:prstGeom prst="rect">
            <a:avLst/>
          </a:prstGeom>
          <a:noFill/>
        </p:spPr>
        <p:txBody>
          <a:bodyPr wrap="square">
            <a:spAutoFit/>
          </a:bodyPr>
          <a:lstStyle/>
          <a:p>
            <a:pPr>
              <a:defRPr sz="1000">
                <a:solidFill>
                  <a:srgbClr val="FFFFFF"/>
                </a:solidFill>
              </a:defRPr>
            </a:pPr>
            <a:r>
              <a:t>The arc in one line:</a:t>
            </a:r>
          </a:p>
          <a:p>
            <a:pPr>
              <a:spcBef>
                <a:spcPts val="400"/>
              </a:spcBef>
              <a:defRPr sz="1000">
                <a:solidFill>
                  <a:srgbClr val="FFFFFF"/>
                </a:solidFill>
              </a:defRPr>
            </a:pPr>
          </a:p>
          <a:p>
            <a:pPr>
              <a:spcBef>
                <a:spcPts val="400"/>
              </a:spcBef>
              <a:defRPr sz="1000">
                <a:solidFill>
                  <a:srgbClr val="FFFFFF"/>
                </a:solidFill>
              </a:defRPr>
            </a:pPr>
            <a:r>
              <a:t>Oracle says “no risk”  →  add manufacturing + external context  →</a:t>
            </a:r>
          </a:p>
          <a:p>
            <a:pPr>
              <a:spcBef>
                <a:spcPts val="400"/>
              </a:spcBef>
              <a:defRPr sz="1000">
                <a:solidFill>
                  <a:srgbClr val="FFFFFF"/>
                </a:solidFill>
              </a:defRPr>
            </a:pPr>
            <a:r>
              <a:t>same question, real risk surfaced and quantified  →</a:t>
            </a:r>
          </a:p>
          <a:p>
            <a:pPr>
              <a:spcBef>
                <a:spcPts val="400"/>
              </a:spcBef>
              <a:defRPr sz="1000">
                <a:solidFill>
                  <a:srgbClr val="FFFFFF"/>
                </a:solidFill>
              </a:defRPr>
            </a:pPr>
            <a:r>
              <a:t>agent recommends cross-site action  →</a:t>
            </a:r>
          </a:p>
          <a:p>
            <a:pPr>
              <a:spcBef>
                <a:spcPts val="400"/>
              </a:spcBef>
              <a:defRPr sz="1000">
                <a:solidFill>
                  <a:srgbClr val="FFFFFF"/>
                </a:solidFill>
              </a:defRPr>
            </a:pPr>
            <a:r>
              <a:t>AI that helps OPERATE the business, not just answer questions.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Presenter Notes &amp; Director Cues</a:t>
            </a:r>
          </a:p>
        </p:txBody>
      </p:sp>
      <p:sp>
        <p:nvSpPr>
          <p:cNvPr id="3" name="Subtitle 2"/>
          <p:cNvSpPr>
            <a:spLocks noGrp="1"/>
          </p:cNvSpPr>
          <p:nvPr>
            <p:ph type="subTitle" idx="1"/>
          </p:nvPr>
        </p:nvSpPr>
        <p:spPr/>
        <p:txBody>
          <a:bodyPr/>
          <a:lstStyle/>
          <a:p/>
        </p:txBody>
      </p:sp>
      <p:sp>
        <p:nvSpPr>
          <p:cNvPr id="4" name="Rounded Rectangle 3"/>
          <p:cNvSpPr/>
          <p:nvPr/>
        </p:nvSpPr>
        <p:spPr>
          <a:xfrm>
            <a:off x="365760" y="1280160"/>
            <a:ext cx="1645920" cy="347472"/>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Persona</a:t>
            </a:r>
          </a:p>
        </p:txBody>
      </p:sp>
      <p:sp>
        <p:nvSpPr>
          <p:cNvPr id="5" name="TextBox 4"/>
          <p:cNvSpPr txBox="1"/>
          <p:nvPr/>
        </p:nvSpPr>
        <p:spPr>
          <a:xfrm>
            <a:off x="2194560" y="1325880"/>
            <a:ext cx="6400800" cy="320040"/>
          </a:xfrm>
          <a:prstGeom prst="rect">
            <a:avLst/>
          </a:prstGeom>
          <a:noFill/>
        </p:spPr>
        <p:txBody>
          <a:bodyPr wrap="square">
            <a:spAutoFit/>
          </a:bodyPr>
          <a:lstStyle/>
          <a:p>
            <a:pPr algn="l">
              <a:defRPr sz="1000" b="0">
                <a:solidFill>
                  <a:srgbClr val="24323D"/>
                </a:solidFill>
              </a:defRPr>
            </a:pPr>
            <a:r>
              <a:t>VP Global Supply Chain / Manufacturing</a:t>
            </a:r>
          </a:p>
        </p:txBody>
      </p:sp>
      <p:sp>
        <p:nvSpPr>
          <p:cNvPr id="6" name="Rounded Rectangle 5"/>
          <p:cNvSpPr/>
          <p:nvPr/>
        </p:nvSpPr>
        <p:spPr>
          <a:xfrm>
            <a:off x="365760" y="1719072"/>
            <a:ext cx="1645920" cy="347472"/>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Open/Close</a:t>
            </a:r>
          </a:p>
        </p:txBody>
      </p:sp>
      <p:sp>
        <p:nvSpPr>
          <p:cNvPr id="7" name="TextBox 6"/>
          <p:cNvSpPr txBox="1"/>
          <p:nvPr/>
        </p:nvSpPr>
        <p:spPr>
          <a:xfrm>
            <a:off x="2194560" y="1764792"/>
            <a:ext cx="6400800" cy="320040"/>
          </a:xfrm>
          <a:prstGeom prst="rect">
            <a:avLst/>
          </a:prstGeom>
          <a:noFill/>
        </p:spPr>
        <p:txBody>
          <a:bodyPr wrap="square">
            <a:spAutoFit/>
          </a:bodyPr>
          <a:lstStyle/>
          <a:p>
            <a:pPr algn="l">
              <a:defRPr sz="1000" b="0">
                <a:solidFill>
                  <a:srgbClr val="24323D"/>
                </a:solidFill>
              </a:defRPr>
            </a:pPr>
            <a:r>
              <a:t>Lead and close with core message (Slide 2)</a:t>
            </a:r>
          </a:p>
        </p:txBody>
      </p:sp>
      <p:sp>
        <p:nvSpPr>
          <p:cNvPr id="8" name="Rounded Rectangle 7"/>
          <p:cNvSpPr/>
          <p:nvPr/>
        </p:nvSpPr>
        <p:spPr>
          <a:xfrm>
            <a:off x="365760" y="2157984"/>
            <a:ext cx="1645920" cy="347472"/>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Protect Oracle</a:t>
            </a:r>
          </a:p>
        </p:txBody>
      </p:sp>
      <p:sp>
        <p:nvSpPr>
          <p:cNvPr id="9" name="TextBox 8"/>
          <p:cNvSpPr txBox="1"/>
          <p:nvPr/>
        </p:nvSpPr>
        <p:spPr>
          <a:xfrm>
            <a:off x="2194560" y="2203703"/>
            <a:ext cx="6400800" cy="320040"/>
          </a:xfrm>
          <a:prstGeom prst="rect">
            <a:avLst/>
          </a:prstGeom>
          <a:noFill/>
        </p:spPr>
        <p:txBody>
          <a:bodyPr wrap="square">
            <a:spAutoFit/>
          </a:bodyPr>
          <a:lstStyle/>
          <a:p>
            <a:pPr algn="l">
              <a:defRPr sz="1000" b="0">
                <a:solidFill>
                  <a:srgbClr val="24323D"/>
                </a:solidFill>
              </a:defRPr>
            </a:pPr>
            <a:r>
              <a:t>“That’s a data boundary, not a failure”</a:t>
            </a:r>
          </a:p>
        </p:txBody>
      </p:sp>
      <p:sp>
        <p:nvSpPr>
          <p:cNvPr id="10" name="Rounded Rectangle 9"/>
          <p:cNvSpPr/>
          <p:nvPr/>
        </p:nvSpPr>
        <p:spPr>
          <a:xfrm>
            <a:off x="365760" y="2596896"/>
            <a:ext cx="1645920" cy="347472"/>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Flag Synthetic</a:t>
            </a:r>
          </a:p>
        </p:txBody>
      </p:sp>
      <p:sp>
        <p:nvSpPr>
          <p:cNvPr id="11" name="TextBox 10"/>
          <p:cNvSpPr txBox="1"/>
          <p:nvPr/>
        </p:nvSpPr>
        <p:spPr>
          <a:xfrm>
            <a:off x="2194560" y="2642615"/>
            <a:ext cx="6400800" cy="320040"/>
          </a:xfrm>
          <a:prstGeom prst="rect">
            <a:avLst/>
          </a:prstGeom>
          <a:noFill/>
        </p:spPr>
        <p:txBody>
          <a:bodyPr wrap="square">
            <a:spAutoFit/>
          </a:bodyPr>
          <a:lstStyle/>
          <a:p>
            <a:pPr algn="l">
              <a:defRPr sz="1000" b="0">
                <a:solidFill>
                  <a:srgbClr val="24323D"/>
                </a:solidFill>
              </a:defRPr>
            </a:pPr>
            <a:r>
              <a:t>“External signal is simulated; in prod = Marketplace”</a:t>
            </a:r>
          </a:p>
        </p:txBody>
      </p:sp>
      <p:sp>
        <p:nvSpPr>
          <p:cNvPr id="12" name="Rounded Rectangle 11"/>
          <p:cNvSpPr/>
          <p:nvPr/>
        </p:nvSpPr>
        <p:spPr>
          <a:xfrm>
            <a:off x="365760" y="3035808"/>
            <a:ext cx="1645920" cy="347472"/>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Quantify</a:t>
            </a:r>
          </a:p>
        </p:txBody>
      </p:sp>
      <p:sp>
        <p:nvSpPr>
          <p:cNvPr id="13" name="TextBox 12"/>
          <p:cNvSpPr txBox="1"/>
          <p:nvPr/>
        </p:nvSpPr>
        <p:spPr>
          <a:xfrm>
            <a:off x="2194560" y="3081527"/>
            <a:ext cx="6400800" cy="320040"/>
          </a:xfrm>
          <a:prstGeom prst="rect">
            <a:avLst/>
          </a:prstGeom>
          <a:noFill/>
        </p:spPr>
        <p:txBody>
          <a:bodyPr wrap="square">
            <a:spAutoFit/>
          </a:bodyPr>
          <a:lstStyle/>
          <a:p>
            <a:pPr algn="l">
              <a:defRPr sz="1000" b="0">
                <a:solidFill>
                  <a:srgbClr val="24323D"/>
                </a:solidFill>
              </a:defRPr>
            </a:pPr>
            <a:r>
              <a:t>Always MW and $ — makes the CSCO lean in</a:t>
            </a:r>
          </a:p>
        </p:txBody>
      </p:sp>
      <p:sp>
        <p:nvSpPr>
          <p:cNvPr id="14" name="Rounded Rectangle 13"/>
          <p:cNvSpPr/>
          <p:nvPr/>
        </p:nvSpPr>
        <p:spPr>
          <a:xfrm>
            <a:off x="365760" y="3474720"/>
            <a:ext cx="1645920" cy="347472"/>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Close</a:t>
            </a:r>
          </a:p>
        </p:txBody>
      </p:sp>
      <p:sp>
        <p:nvSpPr>
          <p:cNvPr id="15" name="TextBox 14"/>
          <p:cNvSpPr txBox="1"/>
          <p:nvPr/>
        </p:nvSpPr>
        <p:spPr>
          <a:xfrm>
            <a:off x="2194560" y="3520439"/>
            <a:ext cx="6400800" cy="320040"/>
          </a:xfrm>
          <a:prstGeom prst="rect">
            <a:avLst/>
          </a:prstGeom>
          <a:noFill/>
        </p:spPr>
        <p:txBody>
          <a:bodyPr wrap="square">
            <a:spAutoFit/>
          </a:bodyPr>
          <a:lstStyle/>
          <a:p>
            <a:pPr algn="l">
              <a:defRPr sz="1000" b="0">
                <a:solidFill>
                  <a:srgbClr val="24323D"/>
                </a:solidFill>
              </a:defRPr>
            </a:pPr>
            <a:r>
              <a:t>“You choose the model, control cost, human in loop”</a:t>
            </a:r>
          </a:p>
        </p:txBody>
      </p:sp>
      <p:sp>
        <p:nvSpPr>
          <p:cNvPr id="16" name="Rounded Rectangle 15"/>
          <p:cNvSpPr/>
          <p:nvPr/>
        </p:nvSpPr>
        <p:spPr>
          <a:xfrm>
            <a:off x="365760" y="3913631"/>
            <a:ext cx="1645920" cy="347472"/>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Label</a:t>
            </a:r>
          </a:p>
        </p:txBody>
      </p:sp>
      <p:sp>
        <p:nvSpPr>
          <p:cNvPr id="17" name="TextBox 16"/>
          <p:cNvSpPr txBox="1"/>
          <p:nvPr/>
        </p:nvSpPr>
        <p:spPr>
          <a:xfrm>
            <a:off x="2194560" y="3959351"/>
            <a:ext cx="6400800" cy="320040"/>
          </a:xfrm>
          <a:prstGeom prst="rect">
            <a:avLst/>
          </a:prstGeom>
          <a:noFill/>
        </p:spPr>
        <p:txBody>
          <a:bodyPr wrap="square">
            <a:spAutoFit/>
          </a:bodyPr>
          <a:lstStyle/>
          <a:p>
            <a:pPr algn="l">
              <a:defRPr sz="1000" b="0">
                <a:solidFill>
                  <a:srgbClr val="24323D"/>
                </a:solidFill>
              </a:defRPr>
            </a:pPr>
            <a:r>
              <a:t>Plants real (AL, OH, LA). Data simulated.</a:t>
            </a:r>
          </a:p>
        </p:txBody>
      </p:sp>
      <p:sp>
        <p:nvSpPr>
          <p:cNvPr id="18" name="Rounded Rectangle 17"/>
          <p:cNvSpPr/>
          <p:nvPr/>
        </p:nvSpPr>
        <p:spPr>
          <a:xfrm>
            <a:off x="365760" y="4352544"/>
            <a:ext cx="1645920" cy="347472"/>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10-K</a:t>
            </a:r>
          </a:p>
        </p:txBody>
      </p:sp>
      <p:sp>
        <p:nvSpPr>
          <p:cNvPr id="19" name="TextBox 18"/>
          <p:cNvSpPr txBox="1"/>
          <p:nvPr/>
        </p:nvSpPr>
        <p:spPr>
          <a:xfrm>
            <a:off x="2194560" y="4398264"/>
            <a:ext cx="6400800" cy="320040"/>
          </a:xfrm>
          <a:prstGeom prst="rect">
            <a:avLst/>
          </a:prstGeom>
          <a:noFill/>
        </p:spPr>
        <p:txBody>
          <a:bodyPr wrap="square">
            <a:spAutoFit/>
          </a:bodyPr>
          <a:lstStyle/>
          <a:p>
            <a:pPr algn="l">
              <a:defRPr sz="1000" b="0">
                <a:solidFill>
                  <a:srgbClr val="24323D"/>
                </a:solidFill>
              </a:defRPr>
            </a:pPr>
            <a:r>
              <a:t>Glass + tellurium = publicly disclosed risk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Details</a:t>
            </a:r>
          </a:p>
        </p:txBody>
      </p:sp>
      <p:sp>
        <p:nvSpPr>
          <p:cNvPr id="3" name="Subtitle 2"/>
          <p:cNvSpPr>
            <a:spLocks noGrp="1"/>
          </p:cNvSpPr>
          <p:nvPr>
            <p:ph type="subTitle" idx="1"/>
          </p:nvPr>
        </p:nvSpPr>
        <p:spPr/>
        <p:txBody>
          <a:bodyPr/>
          <a:lstStyle/>
          <a:p/>
        </p:txBody>
      </p:sp>
      <p:sp>
        <p:nvSpPr>
          <p:cNvPr id="4" name="TextBox 3"/>
          <p:cNvSpPr txBox="1"/>
          <p:nvPr/>
        </p:nvSpPr>
        <p:spPr>
          <a:xfrm>
            <a:off x="365760" y="1280160"/>
            <a:ext cx="5029200" cy="3474720"/>
          </a:xfrm>
          <a:prstGeom prst="rect">
            <a:avLst/>
          </a:prstGeom>
          <a:noFill/>
        </p:spPr>
        <p:txBody>
          <a:bodyPr wrap="square">
            <a:spAutoFit/>
          </a:bodyPr>
          <a:lstStyle/>
          <a:p>
            <a:pPr>
              <a:defRPr sz="1000">
                <a:solidFill>
                  <a:srgbClr val="24323D"/>
                </a:solidFill>
              </a:defRPr>
            </a:pPr>
            <a:r>
              <a:t>Account: AWS161</a:t>
            </a:r>
          </a:p>
          <a:p>
            <a:pPr>
              <a:spcBef>
                <a:spcPts val="400"/>
              </a:spcBef>
              <a:defRPr sz="1000">
                <a:solidFill>
                  <a:srgbClr val="24323D"/>
                </a:solidFill>
              </a:defRPr>
            </a:pPr>
            <a:r>
              <a:t>Database: FS_INTELLIGENCE</a:t>
            </a:r>
          </a:p>
          <a:p>
            <a:pPr>
              <a:spcBef>
                <a:spcPts val="400"/>
              </a:spcBef>
              <a:defRPr sz="1000">
                <a:solidFill>
                  <a:srgbClr val="24323D"/>
                </a:solidFill>
              </a:defRPr>
            </a:pPr>
            <a:r>
              <a:t>Warehouse: FIRST_SOLAR_WH</a:t>
            </a:r>
          </a:p>
          <a:p>
            <a:pPr>
              <a:spcBef>
                <a:spcPts val="400"/>
              </a:spcBef>
              <a:defRPr sz="1000">
                <a:solidFill>
                  <a:srgbClr val="24323D"/>
                </a:solidFill>
              </a:defRPr>
            </a:pPr>
          </a:p>
          <a:p>
            <a:pPr>
              <a:spcBef>
                <a:spcPts val="400"/>
              </a:spcBef>
              <a:defRPr sz="1000">
                <a:solidFill>
                  <a:srgbClr val="24323D"/>
                </a:solidFill>
              </a:defRPr>
            </a:pPr>
            <a:r>
              <a:t>Agent: FIRST_SOLAR_AGENT</a:t>
            </a:r>
          </a:p>
          <a:p>
            <a:pPr>
              <a:spcBef>
                <a:spcPts val="400"/>
              </a:spcBef>
              <a:defRPr sz="1000">
                <a:solidFill>
                  <a:srgbClr val="24323D"/>
                </a:solidFill>
              </a:defRPr>
            </a:pPr>
            <a:r>
              <a:t>  11 tools | 15 sample questions | 60s / 32K</a:t>
            </a:r>
          </a:p>
          <a:p>
            <a:pPr>
              <a:spcBef>
                <a:spcPts val="400"/>
              </a:spcBef>
              <a:defRPr sz="1000">
                <a:solidFill>
                  <a:srgbClr val="24323D"/>
                </a:solidFill>
              </a:defRPr>
            </a:pPr>
          </a:p>
          <a:p>
            <a:pPr>
              <a:spcBef>
                <a:spcPts val="400"/>
              </a:spcBef>
              <a:defRPr sz="1000">
                <a:solidFill>
                  <a:srgbClr val="24323D"/>
                </a:solidFill>
              </a:defRPr>
            </a:pPr>
            <a:r>
              <a:t>Semantic Views:</a:t>
            </a:r>
          </a:p>
          <a:p>
            <a:pPr>
              <a:spcBef>
                <a:spcPts val="400"/>
              </a:spcBef>
              <a:defRPr sz="1000">
                <a:solidFill>
                  <a:srgbClr val="24323D"/>
                </a:solidFill>
              </a:defRPr>
            </a:pPr>
            <a:r>
              <a:t>  SUPPLY_CHAIN_OPERATIONS_SV (8 tables)</a:t>
            </a:r>
          </a:p>
          <a:p>
            <a:pPr>
              <a:spcBef>
                <a:spcPts val="400"/>
              </a:spcBef>
              <a:defRPr sz="1000">
                <a:solidFill>
                  <a:srgbClr val="24323D"/>
                </a:solidFill>
              </a:defRPr>
            </a:pPr>
            <a:r>
              <a:t>  MANUFACTURING_DEMAND_SV (6 tables)</a:t>
            </a:r>
          </a:p>
          <a:p>
            <a:pPr>
              <a:spcBef>
                <a:spcPts val="400"/>
              </a:spcBef>
              <a:defRPr sz="1000">
                <a:solidFill>
                  <a:srgbClr val="24323D"/>
                </a:solidFill>
              </a:defRPr>
            </a:pPr>
            <a:r>
              <a:t>  RISK_INTELLIGENCE_SV (8 tables + external)</a:t>
            </a:r>
          </a:p>
          <a:p>
            <a:pPr>
              <a:spcBef>
                <a:spcPts val="400"/>
              </a:spcBef>
              <a:defRPr sz="1000">
                <a:solidFill>
                  <a:srgbClr val="24323D"/>
                </a:solidFill>
              </a:defRPr>
            </a:pPr>
          </a:p>
          <a:p>
            <a:pPr>
              <a:spcBef>
                <a:spcPts val="400"/>
              </a:spcBef>
              <a:defRPr sz="1000">
                <a:solidFill>
                  <a:srgbClr val="24323D"/>
                </a:solidFill>
              </a:defRPr>
            </a:pPr>
            <a:r>
              <a:t>GitHub: sfc-gh-sdickson/First-Solar</a:t>
            </a:r>
          </a:p>
        </p:txBody>
      </p:sp>
      <p:sp>
        <p:nvSpPr>
          <p:cNvPr id="5" name="Rounded Rectangle 4"/>
          <p:cNvSpPr/>
          <p:nvPr/>
        </p:nvSpPr>
        <p:spPr>
          <a:xfrm>
            <a:off x="5669280" y="1280160"/>
            <a:ext cx="3017520" cy="2926080"/>
          </a:xfrm>
          <a:prstGeom prst="roundRect">
            <a:avLst/>
          </a:prstGeom>
          <a:solidFill>
            <a:srgbClr val="00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0" y="1371600"/>
            <a:ext cx="2651760" cy="274320"/>
          </a:xfrm>
          <a:prstGeom prst="rect">
            <a:avLst/>
          </a:prstGeom>
          <a:noFill/>
        </p:spPr>
        <p:txBody>
          <a:bodyPr wrap="square">
            <a:spAutoFit/>
          </a:bodyPr>
          <a:lstStyle/>
          <a:p>
            <a:pPr algn="ctr">
              <a:defRPr sz="800" b="1">
                <a:solidFill>
                  <a:srgbClr val="71D3DC"/>
                </a:solidFill>
              </a:defRPr>
            </a:pPr>
            <a:r>
              <a:t>KEY SCENARIO DATA</a:t>
            </a:r>
          </a:p>
        </p:txBody>
      </p:sp>
      <p:sp>
        <p:nvSpPr>
          <p:cNvPr id="7" name="Oval 6"/>
          <p:cNvSpPr/>
          <p:nvPr/>
        </p:nvSpPr>
        <p:spPr>
          <a:xfrm>
            <a:off x="5943600" y="1737360"/>
            <a:ext cx="1188720" cy="118872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18d</a:t>
            </a:r>
          </a:p>
        </p:txBody>
      </p:sp>
      <p:sp>
        <p:nvSpPr>
          <p:cNvPr id="8" name="TextBox 7"/>
          <p:cNvSpPr txBox="1"/>
          <p:nvPr/>
        </p:nvSpPr>
        <p:spPr>
          <a:xfrm>
            <a:off x="5943600" y="2926080"/>
            <a:ext cx="1188720" cy="274320"/>
          </a:xfrm>
          <a:prstGeom prst="rect">
            <a:avLst/>
          </a:prstGeom>
          <a:noFill/>
        </p:spPr>
        <p:txBody>
          <a:bodyPr wrap="square">
            <a:spAutoFit/>
          </a:bodyPr>
          <a:lstStyle/>
          <a:p>
            <a:pPr algn="ctr">
              <a:defRPr sz="800" b="0">
                <a:solidFill>
                  <a:srgbClr val="8A999E"/>
                </a:solidFill>
              </a:defRPr>
            </a:pPr>
            <a:r>
              <a:t>Alabama</a:t>
            </a:r>
          </a:p>
        </p:txBody>
      </p:sp>
      <p:sp>
        <p:nvSpPr>
          <p:cNvPr id="9" name="Oval 8"/>
          <p:cNvSpPr/>
          <p:nvPr/>
        </p:nvSpPr>
        <p:spPr>
          <a:xfrm>
            <a:off x="7315200" y="1737360"/>
            <a:ext cx="1188720" cy="118872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45d</a:t>
            </a:r>
          </a:p>
        </p:txBody>
      </p:sp>
      <p:sp>
        <p:nvSpPr>
          <p:cNvPr id="10" name="TextBox 9"/>
          <p:cNvSpPr txBox="1"/>
          <p:nvPr/>
        </p:nvSpPr>
        <p:spPr>
          <a:xfrm>
            <a:off x="7315200" y="2926080"/>
            <a:ext cx="1188720" cy="274320"/>
          </a:xfrm>
          <a:prstGeom prst="rect">
            <a:avLst/>
          </a:prstGeom>
          <a:noFill/>
        </p:spPr>
        <p:txBody>
          <a:bodyPr wrap="square">
            <a:spAutoFit/>
          </a:bodyPr>
          <a:lstStyle/>
          <a:p>
            <a:pPr algn="ctr">
              <a:defRPr sz="800" b="0">
                <a:solidFill>
                  <a:srgbClr val="8A999E"/>
                </a:solidFill>
              </a:defRPr>
            </a:pPr>
            <a:r>
              <a:t>Ohio</a:t>
            </a:r>
          </a:p>
        </p:txBody>
      </p:sp>
      <p:sp>
        <p:nvSpPr>
          <p:cNvPr id="11" name="TextBox 10"/>
          <p:cNvSpPr txBox="1"/>
          <p:nvPr/>
        </p:nvSpPr>
        <p:spPr>
          <a:xfrm>
            <a:off x="5852160" y="3291840"/>
            <a:ext cx="2651760" cy="274320"/>
          </a:xfrm>
          <a:prstGeom prst="rect">
            <a:avLst/>
          </a:prstGeom>
          <a:noFill/>
        </p:spPr>
        <p:txBody>
          <a:bodyPr wrap="square">
            <a:spAutoFit/>
          </a:bodyPr>
          <a:lstStyle/>
          <a:p>
            <a:pPr algn="ctr">
              <a:defRPr sz="900" b="0">
                <a:solidFill>
                  <a:srgbClr val="FFFFFF"/>
                </a:solidFill>
              </a:defRPr>
            </a:pPr>
            <a:r>
              <a:t>ABC Glass OTD: 97%</a:t>
            </a:r>
          </a:p>
        </p:txBody>
      </p:sp>
      <p:sp>
        <p:nvSpPr>
          <p:cNvPr id="12" name="TextBox 11"/>
          <p:cNvSpPr txBox="1"/>
          <p:nvPr/>
        </p:nvSpPr>
        <p:spPr>
          <a:xfrm>
            <a:off x="5852160" y="3566160"/>
            <a:ext cx="2651760" cy="274320"/>
          </a:xfrm>
          <a:prstGeom prst="rect">
            <a:avLst/>
          </a:prstGeom>
          <a:noFill/>
        </p:spPr>
        <p:txBody>
          <a:bodyPr wrap="square">
            <a:spAutoFit/>
          </a:bodyPr>
          <a:lstStyle/>
          <a:p>
            <a:pPr algn="ctr">
              <a:defRPr sz="900" b="0">
                <a:solidFill>
                  <a:srgbClr val="8A999E"/>
                </a:solidFill>
              </a:defRPr>
            </a:pPr>
            <a:r>
              <a:t>External: -19% vol, +71% dwell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Tree>
  </p:cSld>
  <p:clrMapOvr>
    <a:masterClrMapping/>
  </p:clrMapOvr>
</p:sld>
</file>

<file path=ppt/theme/theme1.xml><?xml version="1.0" encoding="utf-8"?>
<a:theme xmlns:a="http://schemas.openxmlformats.org/drawingml/2006/main" name="Snowflake 2026">
  <a:themeElements>
    <a:clrScheme name="Snowflake Corp Colors">
      <a:dk1>
        <a:srgbClr val="252525"/>
      </a:dk1>
      <a:lt1>
        <a:srgbClr val="FFFFFF"/>
      </a:lt1>
      <a:dk2>
        <a:srgbClr val="11567F"/>
      </a:dk2>
      <a:lt2>
        <a:srgbClr val="FFFFFF"/>
      </a:lt2>
      <a:accent1>
        <a:srgbClr val="28B5E8"/>
      </a:accent1>
      <a:accent2>
        <a:srgbClr val="11567F"/>
      </a:accent2>
      <a:accent3>
        <a:srgbClr val="71D3DC"/>
      </a:accent3>
      <a:accent4>
        <a:srgbClr val="FF9F36"/>
      </a:accent4>
      <a:accent5>
        <a:srgbClr val="7D44CF"/>
      </a:accent5>
      <a:accent6>
        <a:srgbClr val="D35B90"/>
      </a:accent6>
      <a:hlink>
        <a:srgbClr val="28B5E8"/>
      </a:hlink>
      <a:folHlink>
        <a:srgbClr val="BFBF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6350">
          <a:solidFill>
            <a:schemeClr val="accent2"/>
          </a:solidFill>
        </a:ln>
      </a:spPr>
      <a:bodyPr rtlCol="0" anchor="ctr"/>
      <a:lstStyle>
        <a:defPPr algn="ctr">
          <a:defRPr dirty="0" err="1" smtClean="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nowflake_Template_2026.01" id="{F30E8874-5BED-2644-90E8-C4B5B372DA3A}" vid="{3112C049-AA07-4F4E-BA8C-B87029F24F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TotalTime>
  <Words>5763</Words>
  <Application>Microsoft Macintosh PowerPoint</Application>
  <PresentationFormat>On-screen Show (16:9)</PresentationFormat>
  <Paragraphs>1028</Paragraphs>
  <Slides>82</Slides>
  <Notes>75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82</vt:i4>
      </vt:variant>
    </vt:vector>
  </HeadingPairs>
  <TitlesOfParts>
    <vt:vector size="95" baseType="lpstr">
      <vt:lpstr>Amatic SC</vt:lpstr>
      <vt:lpstr>Arial</vt:lpstr>
      <vt:lpstr>Arial Black</vt:lpstr>
      <vt:lpstr>Calibri</vt:lpstr>
      <vt:lpstr>EB Garamond SemiBold</vt:lpstr>
      <vt:lpstr>Gothic A1</vt:lpstr>
      <vt:lpstr>Impact</vt:lpstr>
      <vt:lpstr>Lato</vt:lpstr>
      <vt:lpstr>Lobster</vt:lpstr>
      <vt:lpstr>Roboto</vt:lpstr>
      <vt:lpstr>Roboto Light</vt:lpstr>
      <vt:lpstr>Trebuchet MS</vt:lpstr>
      <vt:lpstr>Snowflake 2026</vt:lpstr>
      <vt:lpstr>Snowflake  Template 2026</vt:lpstr>
      <vt:lpstr>Template Contents</vt:lpstr>
      <vt:lpstr>Safe Harbor and Disclaimers</vt:lpstr>
      <vt:lpstr>Template INSTRUCTIONS</vt:lpstr>
      <vt:lpstr>Install the Template and Set Default Theme</vt:lpstr>
      <vt:lpstr>Applying the New Template to Existing Decks</vt:lpstr>
      <vt:lpstr>Importing Content  From Google Slides</vt:lpstr>
      <vt:lpstr>LAYOUT, DESIGN, Do’s &amp; Don’ts </vt:lpstr>
      <vt:lpstr>Brand Colors</vt:lpstr>
      <vt:lpstr>Template Typography</vt:lpstr>
      <vt:lpstr>Do’s and Don’ts:  Typography  for Cover and Chapter Titles</vt:lpstr>
      <vt:lpstr>Dos and Don’ts:  Typography and Readability</vt:lpstr>
      <vt:lpstr>Dos and Don’ts:  Readability cont.</vt:lpstr>
      <vt:lpstr>Dos and Don’ts:  Contrast and Accessibility</vt:lpstr>
      <vt:lpstr>Do’s</vt:lpstr>
      <vt:lpstr>Don’ts</vt:lpstr>
      <vt:lpstr>Page Guides</vt:lpstr>
      <vt:lpstr>Sample Slides</vt:lpstr>
      <vt:lpstr>TITLE IN ARIAL Bold, 44pt ALL CAPS</vt:lpstr>
      <vt:lpstr>TITLE IN ARIAL Bold, 44pt ALL CAPS</vt:lpstr>
      <vt:lpstr>COVER SLIDE  WITH CUSTOMER LOGO, All caps</vt:lpstr>
      <vt:lpstr>CH. 1 TITLE, ALL CAPS OPTION 1</vt:lpstr>
      <vt:lpstr>CH. 2 TITLE, ALL CAPS OPTION 2</vt:lpstr>
      <vt:lpstr>CH. 3 TITLE, ALL CAPS OPTION 3</vt:lpstr>
      <vt:lpstr>CH. 4 TITLE, ALL CAPS OPTION 4</vt:lpstr>
      <vt:lpstr>CH. 5 TITLE, ALL CAPS OPTION 5</vt:lpstr>
      <vt:lpstr>Multi-use Slide</vt:lpstr>
      <vt:lpstr>Multi-use Slide</vt:lpstr>
      <vt:lpstr>Multi-use Slide</vt:lpstr>
      <vt:lpstr>Multi-use Slide to Be Used When Your Title is Long and Falls on Two Lines</vt:lpstr>
      <vt:lpstr>Multi-use Slide w/ Dotted Lines Wave 1</vt:lpstr>
      <vt:lpstr>Multi-use Slide</vt:lpstr>
      <vt:lpstr>Multi-use Slide w/ Dotted Lines Wave 2</vt:lpstr>
      <vt:lpstr>Multi-use Slide w/ Dotted Arrows</vt:lpstr>
      <vt:lpstr>One Column Layout with White Background</vt:lpstr>
      <vt:lpstr>One Column Layout with White Background</vt:lpstr>
      <vt:lpstr>Two Column Layout</vt:lpstr>
      <vt:lpstr>Two Column Layout w/ Paragraph Titles</vt:lpstr>
      <vt:lpstr>Three Column Layout</vt:lpstr>
      <vt:lpstr>Three Column Layout</vt:lpstr>
      <vt:lpstr>Three Column Layout w/ Paragraph Titles</vt:lpstr>
      <vt:lpstr>Three Column Layout w/ Icons</vt:lpstr>
      <vt:lpstr>Four Column Layout w/ Big Numbers</vt:lpstr>
      <vt:lpstr>Four Column Layout w/ Icons</vt:lpstr>
      <vt:lpstr>Split Slide</vt:lpstr>
      <vt:lpstr>The wisdom of the wise, and the experience of ages, may be preserved by quotation.</vt:lpstr>
      <vt:lpstr>Quotation lorem ipsum dolor sit amet, elit consectetur adipiscing.</vt:lpstr>
      <vt:lpstr>The wisdom of the wise, and the experience of ages, may be preserved by quotation.</vt:lpstr>
      <vt:lpstr>Agenda</vt:lpstr>
      <vt:lpstr>Agenda</vt:lpstr>
      <vt:lpstr>Speaker Headshots</vt:lpstr>
      <vt:lpstr>World Map</vt:lpstr>
      <vt:lpstr>CHARTS  and TABLES</vt:lpstr>
      <vt:lpstr>Pie Charts (Manual)</vt:lpstr>
      <vt:lpstr>Pie Charts (Manual)</vt:lpstr>
      <vt:lpstr>Pie Charts– Grayscale (Manual)</vt:lpstr>
      <vt:lpstr>Pie Charts (Excel)</vt:lpstr>
      <vt:lpstr>Pie Charts (Excel)</vt:lpstr>
      <vt:lpstr>Pie Charts– Grayscale (Excel)</vt:lpstr>
      <vt:lpstr>Column  Chart (Manual)</vt:lpstr>
      <vt:lpstr>Column  Chart–Gray (Manual)</vt:lpstr>
      <vt:lpstr>Column  Chart (Excel)</vt:lpstr>
      <vt:lpstr>Column  Chart (Manual)</vt:lpstr>
      <vt:lpstr>Column  Chart (Excel)</vt:lpstr>
      <vt:lpstr>Table Example 1</vt:lpstr>
      <vt:lpstr>Table Example 2</vt:lpstr>
      <vt:lpstr>PLATFORM GRAPHICS</vt:lpstr>
      <vt:lpstr>Snowflake AI Data Cloud</vt:lpstr>
      <vt:lpstr>Snowflake  Platform  Architecture</vt:lpstr>
      <vt:lpstr>LOGOS And ICONS</vt:lpstr>
      <vt:lpstr>Snowflake Logo &amp; Bug</vt:lpstr>
      <vt:lpstr>Icons:  How-To</vt:lpstr>
      <vt:lpstr>Icons:  New and Notable</vt:lpstr>
      <vt:lpstr>PowerPoint Presentation</vt:lpstr>
      <vt:lpstr>Icons:  Industries</vt:lpstr>
      <vt:lpstr>Icons:  General</vt:lpstr>
      <vt:lpstr>Icons:  General</vt:lpstr>
      <vt:lpstr>Icons:  General</vt:lpstr>
      <vt:lpstr>Icons:  General</vt:lpstr>
      <vt:lpstr>Icons:  Reference Architecture</vt:lpstr>
      <vt:lpstr>Icons:  Reference Architecture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Alison Maloney</dc:creator>
  <cp:lastModifiedBy>Alison Maloney</cp:lastModifiedBy>
  <cp:revision>4</cp:revision>
  <dcterms:created xsi:type="dcterms:W3CDTF">2026-03-05T23:35:45Z</dcterms:created>
  <dcterms:modified xsi:type="dcterms:W3CDTF">2026-03-06T00:27:35Z</dcterms:modified>
</cp:coreProperties>
</file>